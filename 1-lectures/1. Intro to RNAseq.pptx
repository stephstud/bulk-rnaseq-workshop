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55"/>
  </p:normalViewPr>
  <p:slideViewPr>
    <p:cSldViewPr snapToGrid="0">
      <p:cViewPr varScale="1">
        <p:scale>
          <a:sx n="122" d="100"/>
          <a:sy n="122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DD34-A3CB-3C03-A49D-3CA8F3A73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9250E-D6BC-F0FD-67F8-E2FDF786C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9A6-9A4B-D586-CE2D-CB8561C7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585AB-6BBA-B8CC-859F-940F8619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5BEEA-539B-282B-F133-E40B50F6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1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0273-43EC-9D8D-9F76-F5A5C5CD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11B08-ECF9-4716-340B-0108AB25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B209-279F-DF9A-FA15-15CF25CC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1314-BC74-F062-A0D2-60C0DE71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A81E-EE44-AF68-F1F0-124778B9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9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CAB9-9221-E3AD-02F5-B8A3D484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7DA22-AE32-6E29-BEE1-930806AD8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F99F-D6E0-6B93-1196-983E4B57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0C64F-B626-7D4A-DB0E-E5AD18A1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C1F2-E888-A102-880E-CDB315CE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9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D59B-8084-C465-4F00-63AC1F0C5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F2CA3-CB6A-ED04-C3F0-9899EA986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68D6E-0C4A-45C3-0205-96D7DB387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3101B-25B8-E6F6-A184-8B0C58D28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DF440-AB58-86B8-6D33-D29C68AC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F5848-E6F6-6E89-B081-CE2F88F9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7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38B3-7EAA-61AC-56B7-B60A98A19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5C0A0-2922-3C59-2FF4-8DE5B0F36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6F2E5-8BFE-5875-CA71-5CB93EF93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0B853-E96A-47AB-3EF3-7E86A33DF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AED0C-E10B-2F42-37F4-97ACE645A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BA841-E119-2FE6-8914-3BDAD89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873919-2054-F762-5228-BA5E0B80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A8244-0AC5-1A7E-15E7-962F72CA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5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71A4-9AD1-B15F-36E8-ED6444CD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DDAAB-C16C-67C7-A3E7-980402BB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22F02-7FC8-D656-7512-00E4D3C35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564AA-31BC-3DD1-886B-F477B39D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8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6F8B-4BB6-17DA-92E0-8BBD1206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D9A9B-A52B-0CEA-F39A-D65D8737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9B3C4-044C-B820-E05C-5DB3D1DF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686F7-BC7E-B626-A28D-DCAAF210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E258-BBF1-DF5F-A661-D72E0D6CD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D664E-638A-1A3F-3DD1-B39BB0AEF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AC85A-0CBC-C56A-8D66-BD09A662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EA0EA-4E67-53C3-22E0-81C7D173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30ADC-4AF2-3556-C0CC-BE1655E7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1A7D-A6D0-DF2D-A956-C525BB81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DF37C-343C-FFFB-D23B-16173B7FA9C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7233-08FC-D8AD-60F3-CBB839B5E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EF646-A417-329A-965D-1E53D3E8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4A4B9-E087-1577-D6CE-8749522D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409D9-5D31-4F2A-1A18-E5F40999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4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8C5E-5AD7-4E0E-F22E-18082D43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3DD7D-13EB-559D-00FE-797D1751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A97DB-6A6A-723E-6B59-393AE73F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74338-07F5-DC1E-A8B9-3F0EFAF8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0B39-E24C-4BED-35F9-4D5CEAD8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7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A3F27-FD3B-7014-0BEC-B35518129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B1258-A758-FF54-FEA3-ECE978BE7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926B0-B6E6-C0D8-39C2-6F809053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A886C-9AAA-D086-DE70-A18AA46C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809F2-4DC4-4E6C-9E2E-F5A8ABAF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6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6A2C8-7696-9724-9566-42FA1CFB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6C10F-AE4C-AA3F-0ECA-37C2A956D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D9934-F5C6-1039-9246-3A194BAB2E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1A21A-0945-C34A-A191-DAAE5D1EAEAE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A4700-EA2A-5294-7A61-FDCBEDD19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C6191-CEBC-5D6C-464F-49E78FB13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62354-7797-8B48-B54B-059379D8B7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7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810D-BCCB-7A27-E091-142C4F7D10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CE831-86D8-82E3-9014-F300F51B56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2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Stephanie Studniberg</dc:creator>
  <cp:lastModifiedBy>Stephanie Studniberg</cp:lastModifiedBy>
  <cp:revision>1</cp:revision>
  <dcterms:created xsi:type="dcterms:W3CDTF">2026-10-21T05:03:15Z</dcterms:created>
  <dcterms:modified xsi:type="dcterms:W3CDTF">2026-10-21T05:09:58Z</dcterms:modified>
</cp:coreProperties>
</file>