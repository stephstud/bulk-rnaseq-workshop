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22" r:id="rId2"/>
    <p:sldId id="256" r:id="rId3"/>
    <p:sldId id="324" r:id="rId4"/>
    <p:sldId id="327" r:id="rId5"/>
    <p:sldId id="257" r:id="rId6"/>
    <p:sldId id="326" r:id="rId7"/>
    <p:sldId id="323" r:id="rId8"/>
    <p:sldId id="32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1460"/>
  </p:normalViewPr>
  <p:slideViewPr>
    <p:cSldViewPr snapToGrid="0">
      <p:cViewPr varScale="1">
        <p:scale>
          <a:sx n="117" d="100"/>
          <a:sy n="117" d="100"/>
        </p:scale>
        <p:origin x="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D5335-A5C4-2245-81B0-728C386A189B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F8078-7B6D-4245-8A17-317E7167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452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1">
          <a:extLst>
            <a:ext uri="{FF2B5EF4-FFF2-40B4-BE49-F238E27FC236}">
              <a16:creationId xmlns:a16="http://schemas.microsoft.com/office/drawing/2014/main" id="{51E8D2E7-A146-035A-90D5-2B215AB61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" name="Google Shape;5662;g3eca460a2e2_0_8062:notes">
            <a:extLst>
              <a:ext uri="{FF2B5EF4-FFF2-40B4-BE49-F238E27FC236}">
                <a16:creationId xmlns:a16="http://schemas.microsoft.com/office/drawing/2014/main" id="{15C41363-A082-4BAF-2432-623D2AD774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663" name="Google Shape;5663;g3eca460a2e2_0_8062:notes">
            <a:extLst>
              <a:ext uri="{FF2B5EF4-FFF2-40B4-BE49-F238E27FC236}">
                <a16:creationId xmlns:a16="http://schemas.microsoft.com/office/drawing/2014/main" id="{3DA12442-8287-1144-4059-A38ADB7B45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2265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BDD34-A3CB-3C03-A49D-3CA8F3A73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9250E-D6BC-F0FD-67F8-E2FDF786C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7E9A6-9A4B-D586-CE2D-CB8561C70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585AB-6BBA-B8CC-859F-940F8619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5BEEA-539B-282B-F133-E40B50F61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15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B0273-43EC-9D8D-9F76-F5A5C5CD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11B08-ECF9-4716-340B-0108AB25B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7B209-279F-DF9A-FA15-15CF25CC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81314-BC74-F062-A0D2-60C0DE71D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0A81E-EE44-AF68-F1F0-124778B9E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96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2CAB9-9221-E3AD-02F5-B8A3D4840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7DA22-AE32-6E29-BEE1-930806AD8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5F99F-D6E0-6B93-1196-983E4B57D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0C64F-B626-7D4A-DB0E-E5AD18A1F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4C1F2-E888-A102-880E-CDB315CE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9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D59B-8084-C465-4F00-63AC1F0C5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F2CA3-CB6A-ED04-C3F0-9899EA9865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68D6E-0C4A-45C3-0205-96D7DB387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3101B-25B8-E6F6-A184-8B0C58D28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DF440-AB58-86B8-6D33-D29C68AC1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F5848-E6F6-6E89-B081-CE2F88F9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78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538B3-7EAA-61AC-56B7-B60A98A19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5C0A0-2922-3C59-2FF4-8DE5B0F36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6F2E5-8BFE-5875-CA71-5CB93EF93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00B853-E96A-47AB-3EF3-7E86A33DF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4AED0C-E10B-2F42-37F4-97ACE645A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9BA841-E119-2FE6-8914-3BDAD8941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873919-2054-F762-5228-BA5E0B80F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A8244-0AC5-1A7E-15E7-962F72CA3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650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C71A4-9AD1-B15F-36E8-ED6444CD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BDDAAB-C16C-67C7-A3E7-980402BBD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822F02-7FC8-D656-7512-00E4D3C35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564AA-31BC-3DD1-886B-F477B39D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89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96F8B-4BB6-17DA-92E0-8BBD1206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8D9A9B-A52B-0CEA-F39A-D65D8737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9B3C4-044C-B820-E05C-5DB3D1DF3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0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86F7-BC7E-B626-A28D-DCAAF2107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4E258-BBF1-DF5F-A661-D72E0D6CD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D664E-638A-1A3F-3DD1-B39BB0AEF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AC85A-0CBC-C56A-8D66-BD09A662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EA0EA-4E67-53C3-22E0-81C7D173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30ADC-4AF2-3556-C0CC-BE1655E7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8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81A7D-A6D0-DF2D-A956-C525BB81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2DF37C-343C-FFFB-D23B-16173B7FA9C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7233-08FC-D8AD-60F3-CBB839B5E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EF646-A417-329A-965D-1E53D3E89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4A4B9-E087-1577-D6CE-8749522D5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409D9-5D31-4F2A-1A18-E5F40999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44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8C5E-5AD7-4E0E-F22E-18082D43D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3DD7D-13EB-559D-00FE-797D17513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A97DB-6A6A-723E-6B59-393AE73F1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74338-07F5-DC1E-A8B9-3F0EFAF85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70B39-E24C-4BED-35F9-4D5CEAD8A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75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BA3F27-FD3B-7014-0BEC-B35518129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B1258-A758-FF54-FEA3-ECE978BE7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926B0-B6E6-C0D8-39C2-6F8090537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A886C-9AAA-D086-DE70-A18AA46C6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809F2-4DC4-4E6C-9E2E-F5A8ABAF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60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- Light - with Image">
  <p:cSld name="Statement - Light - with Image">
    <p:bg>
      <p:bgPr>
        <a:solidFill>
          <a:srgbClr val="F3F3F3"/>
        </a:solidFill>
        <a:effectLst/>
      </p:bgPr>
    </p:bg>
    <p:spTree>
      <p:nvGrpSpPr>
        <p:cNvPr id="1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7" name="Google Shape;1897;p39"/>
          <p:cNvPicPr preferRelativeResize="0"/>
          <p:nvPr/>
        </p:nvPicPr>
        <p:blipFill rotWithShape="1">
          <a:blip r:embed="rId2">
            <a:alphaModFix/>
          </a:blip>
          <a:srcRect l="13951" r="3302"/>
          <a:stretch/>
        </p:blipFill>
        <p:spPr>
          <a:xfrm>
            <a:off x="8898767" y="4783334"/>
            <a:ext cx="2555631" cy="2055468"/>
          </a:xfrm>
          <a:prstGeom prst="rect">
            <a:avLst/>
          </a:prstGeom>
          <a:noFill/>
          <a:ln>
            <a:noFill/>
          </a:ln>
        </p:spPr>
      </p:pic>
      <p:sp>
        <p:nvSpPr>
          <p:cNvPr id="1898" name="Google Shape;1898;p39"/>
          <p:cNvSpPr/>
          <p:nvPr/>
        </p:nvSpPr>
        <p:spPr>
          <a:xfrm>
            <a:off x="10881400" y="4801700"/>
            <a:ext cx="652000" cy="68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899" name="Google Shape;1899;p39"/>
          <p:cNvSpPr/>
          <p:nvPr/>
        </p:nvSpPr>
        <p:spPr>
          <a:xfrm>
            <a:off x="8327667" y="4779633"/>
            <a:ext cx="1288400" cy="683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00" name="Google Shape;1900;p39"/>
          <p:cNvSpPr/>
          <p:nvPr/>
        </p:nvSpPr>
        <p:spPr>
          <a:xfrm>
            <a:off x="8645867" y="5470200"/>
            <a:ext cx="652000" cy="663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pic>
        <p:nvPicPr>
          <p:cNvPr id="1901" name="Google Shape;1901;p39"/>
          <p:cNvPicPr preferRelativeResize="0"/>
          <p:nvPr/>
        </p:nvPicPr>
        <p:blipFill rotWithShape="1">
          <a:blip r:embed="rId3">
            <a:alphaModFix/>
          </a:blip>
          <a:srcRect l="34288" r="34288"/>
          <a:stretch/>
        </p:blipFill>
        <p:spPr>
          <a:xfrm>
            <a:off x="9926400" y="1374100"/>
            <a:ext cx="2266768" cy="3423533"/>
          </a:xfrm>
          <a:prstGeom prst="rect">
            <a:avLst/>
          </a:prstGeom>
          <a:noFill/>
          <a:ln>
            <a:noFill/>
          </a:ln>
        </p:spPr>
      </p:pic>
      <p:sp>
        <p:nvSpPr>
          <p:cNvPr id="1902" name="Google Shape;1902;p39"/>
          <p:cNvSpPr/>
          <p:nvPr/>
        </p:nvSpPr>
        <p:spPr>
          <a:xfrm>
            <a:off x="11533500" y="4120300"/>
            <a:ext cx="637200" cy="6588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006DAE"/>
              </a:gs>
            </a:gsLst>
            <a:lin ang="108014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03" name="Google Shape;1903;p39"/>
          <p:cNvSpPr/>
          <p:nvPr/>
        </p:nvSpPr>
        <p:spPr>
          <a:xfrm>
            <a:off x="9932600" y="2748900"/>
            <a:ext cx="963600" cy="663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04" name="Google Shape;1904;p39"/>
          <p:cNvSpPr/>
          <p:nvPr/>
        </p:nvSpPr>
        <p:spPr>
          <a:xfrm>
            <a:off x="9932600" y="3438567"/>
            <a:ext cx="963600" cy="663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05" name="Google Shape;1905;p39"/>
          <p:cNvSpPr/>
          <p:nvPr/>
        </p:nvSpPr>
        <p:spPr>
          <a:xfrm>
            <a:off x="11533500" y="3438567"/>
            <a:ext cx="637200" cy="663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06" name="Google Shape;1906;p39"/>
          <p:cNvSpPr/>
          <p:nvPr/>
        </p:nvSpPr>
        <p:spPr>
          <a:xfrm>
            <a:off x="9607800" y="4120133"/>
            <a:ext cx="963600" cy="663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07" name="Google Shape;1907;p39"/>
          <p:cNvSpPr/>
          <p:nvPr/>
        </p:nvSpPr>
        <p:spPr>
          <a:xfrm>
            <a:off x="11859100" y="4120133"/>
            <a:ext cx="325600" cy="663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08" name="Google Shape;1908;p39"/>
          <p:cNvSpPr/>
          <p:nvPr/>
        </p:nvSpPr>
        <p:spPr>
          <a:xfrm>
            <a:off x="9926400" y="2079500"/>
            <a:ext cx="1288400" cy="663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09" name="Google Shape;1909;p39"/>
          <p:cNvSpPr/>
          <p:nvPr/>
        </p:nvSpPr>
        <p:spPr>
          <a:xfrm>
            <a:off x="9926300" y="1391633"/>
            <a:ext cx="1607200" cy="663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10" name="Google Shape;1910;p39"/>
          <p:cNvSpPr/>
          <p:nvPr/>
        </p:nvSpPr>
        <p:spPr>
          <a:xfrm>
            <a:off x="1609933" y="3431033"/>
            <a:ext cx="652000" cy="683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11" name="Google Shape;1911;p39"/>
          <p:cNvSpPr/>
          <p:nvPr/>
        </p:nvSpPr>
        <p:spPr>
          <a:xfrm>
            <a:off x="11859100" y="1391633"/>
            <a:ext cx="317600" cy="663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pic>
        <p:nvPicPr>
          <p:cNvPr id="1912" name="Google Shape;1912;p39"/>
          <p:cNvPicPr preferRelativeResize="0"/>
          <p:nvPr/>
        </p:nvPicPr>
        <p:blipFill rotWithShape="1">
          <a:blip r:embed="rId4">
            <a:alphaModFix/>
          </a:blip>
          <a:srcRect l="7586" r="47631"/>
          <a:stretch/>
        </p:blipFill>
        <p:spPr>
          <a:xfrm>
            <a:off x="18167" y="2089200"/>
            <a:ext cx="1607203" cy="2691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3" name="Google Shape;1913;p39"/>
          <p:cNvPicPr preferRelativeResize="0"/>
          <p:nvPr/>
        </p:nvPicPr>
        <p:blipFill rotWithShape="1">
          <a:blip r:embed="rId5">
            <a:alphaModFix/>
          </a:blip>
          <a:srcRect l="8936" r="8936"/>
          <a:stretch/>
        </p:blipFill>
        <p:spPr>
          <a:xfrm>
            <a:off x="341001" y="-399"/>
            <a:ext cx="2555631" cy="207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39"/>
          <p:cNvSpPr/>
          <p:nvPr/>
        </p:nvSpPr>
        <p:spPr>
          <a:xfrm>
            <a:off x="2270400" y="717633"/>
            <a:ext cx="325600" cy="67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15" name="Google Shape;1915;p39"/>
          <p:cNvSpPr/>
          <p:nvPr/>
        </p:nvSpPr>
        <p:spPr>
          <a:xfrm>
            <a:off x="652000" y="4108133"/>
            <a:ext cx="963600" cy="683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16" name="Google Shape;1916;p39"/>
          <p:cNvSpPr/>
          <p:nvPr/>
        </p:nvSpPr>
        <p:spPr>
          <a:xfrm>
            <a:off x="2270400" y="2075900"/>
            <a:ext cx="325600" cy="2023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17" name="Google Shape;1917;p39"/>
          <p:cNvSpPr/>
          <p:nvPr/>
        </p:nvSpPr>
        <p:spPr>
          <a:xfrm>
            <a:off x="1298100" y="2738700"/>
            <a:ext cx="963600" cy="683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18" name="Google Shape;1918;p39"/>
          <p:cNvSpPr/>
          <p:nvPr/>
        </p:nvSpPr>
        <p:spPr>
          <a:xfrm>
            <a:off x="9926400" y="6160767"/>
            <a:ext cx="1607200" cy="658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19" name="Google Shape;1919;p39"/>
          <p:cNvSpPr/>
          <p:nvPr/>
        </p:nvSpPr>
        <p:spPr>
          <a:xfrm>
            <a:off x="2566567" y="-400"/>
            <a:ext cx="325600" cy="2074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20" name="Google Shape;1920;p39"/>
          <p:cNvSpPr/>
          <p:nvPr/>
        </p:nvSpPr>
        <p:spPr>
          <a:xfrm>
            <a:off x="14467" y="-400"/>
            <a:ext cx="1920800" cy="71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21" name="Google Shape;1921;p39"/>
          <p:cNvSpPr/>
          <p:nvPr/>
        </p:nvSpPr>
        <p:spPr>
          <a:xfrm rot="10800000">
            <a:off x="8327667" y="6160767"/>
            <a:ext cx="637200" cy="658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22" name="Google Shape;1922;p39"/>
          <p:cNvSpPr/>
          <p:nvPr/>
        </p:nvSpPr>
        <p:spPr>
          <a:xfrm rot="10800000">
            <a:off x="9607800" y="4797633"/>
            <a:ext cx="637200" cy="658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23" name="Google Shape;1923;p39"/>
          <p:cNvSpPr/>
          <p:nvPr/>
        </p:nvSpPr>
        <p:spPr>
          <a:xfrm>
            <a:off x="11533500" y="4797633"/>
            <a:ext cx="637200" cy="6588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006DAE"/>
              </a:gs>
            </a:gsLst>
            <a:lin ang="108014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24" name="Google Shape;1924;p39"/>
          <p:cNvSpPr/>
          <p:nvPr/>
        </p:nvSpPr>
        <p:spPr>
          <a:xfrm>
            <a:off x="644000" y="717633"/>
            <a:ext cx="652000" cy="674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lt1"/>
              </a:gs>
            </a:gsLst>
            <a:lin ang="108014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25" name="Google Shape;1925;p39"/>
          <p:cNvSpPr/>
          <p:nvPr/>
        </p:nvSpPr>
        <p:spPr>
          <a:xfrm>
            <a:off x="14467" y="0"/>
            <a:ext cx="637200" cy="2074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26" name="Google Shape;1926;p39"/>
          <p:cNvSpPr/>
          <p:nvPr/>
        </p:nvSpPr>
        <p:spPr>
          <a:xfrm>
            <a:off x="14467" y="2748600"/>
            <a:ext cx="325600" cy="67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27" name="Google Shape;1927;p39"/>
          <p:cNvSpPr/>
          <p:nvPr/>
        </p:nvSpPr>
        <p:spPr>
          <a:xfrm>
            <a:off x="14467" y="4106333"/>
            <a:ext cx="325600" cy="1360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28" name="Google Shape;1928;p39"/>
          <p:cNvSpPr/>
          <p:nvPr/>
        </p:nvSpPr>
        <p:spPr>
          <a:xfrm>
            <a:off x="341000" y="4797633"/>
            <a:ext cx="637200" cy="674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29" name="Google Shape;1929;p39"/>
          <p:cNvSpPr/>
          <p:nvPr/>
        </p:nvSpPr>
        <p:spPr>
          <a:xfrm>
            <a:off x="0" y="2074100"/>
            <a:ext cx="652000" cy="674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dk1"/>
              </a:gs>
            </a:gsLst>
            <a:lin ang="108014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30" name="Google Shape;1930;p39"/>
          <p:cNvSpPr/>
          <p:nvPr/>
        </p:nvSpPr>
        <p:spPr>
          <a:xfrm>
            <a:off x="972733" y="3443417"/>
            <a:ext cx="637200" cy="658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31" name="Google Shape;1931;p39"/>
          <p:cNvSpPr/>
          <p:nvPr/>
        </p:nvSpPr>
        <p:spPr>
          <a:xfrm>
            <a:off x="1296000" y="2089200"/>
            <a:ext cx="974400" cy="658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32" name="Google Shape;1932;p39"/>
          <p:cNvSpPr/>
          <p:nvPr/>
        </p:nvSpPr>
        <p:spPr>
          <a:xfrm>
            <a:off x="0" y="-410"/>
            <a:ext cx="12192291" cy="6858811"/>
          </a:xfrm>
          <a:custGeom>
            <a:avLst/>
            <a:gdLst/>
            <a:ahLst/>
            <a:cxnLst/>
            <a:rect l="l" t="t" r="r" b="b"/>
            <a:pathLst>
              <a:path w="285022" h="160340" extrusionOk="0">
                <a:moveTo>
                  <a:pt x="7347" y="1235"/>
                </a:moveTo>
                <a:lnTo>
                  <a:pt x="7347" y="16278"/>
                </a:lnTo>
                <a:lnTo>
                  <a:pt x="5605" y="16278"/>
                </a:lnTo>
                <a:lnTo>
                  <a:pt x="5605" y="9849"/>
                </a:lnTo>
                <a:lnTo>
                  <a:pt x="5099" y="16278"/>
                </a:lnTo>
                <a:lnTo>
                  <a:pt x="3167" y="16278"/>
                </a:lnTo>
                <a:lnTo>
                  <a:pt x="2629" y="9849"/>
                </a:lnTo>
                <a:lnTo>
                  <a:pt x="2629" y="16278"/>
                </a:lnTo>
                <a:lnTo>
                  <a:pt x="918" y="16278"/>
                </a:lnTo>
                <a:lnTo>
                  <a:pt x="918" y="1235"/>
                </a:lnTo>
                <a:lnTo>
                  <a:pt x="3705" y="1235"/>
                </a:lnTo>
                <a:lnTo>
                  <a:pt x="4117" y="6334"/>
                </a:lnTo>
                <a:lnTo>
                  <a:pt x="4529" y="1235"/>
                </a:lnTo>
                <a:close/>
                <a:moveTo>
                  <a:pt x="14821" y="1235"/>
                </a:moveTo>
                <a:lnTo>
                  <a:pt x="14821" y="16278"/>
                </a:lnTo>
                <a:lnTo>
                  <a:pt x="13079" y="16278"/>
                </a:lnTo>
                <a:lnTo>
                  <a:pt x="13079" y="9849"/>
                </a:lnTo>
                <a:lnTo>
                  <a:pt x="12573" y="16278"/>
                </a:lnTo>
                <a:lnTo>
                  <a:pt x="10641" y="16278"/>
                </a:lnTo>
                <a:lnTo>
                  <a:pt x="10134" y="9849"/>
                </a:lnTo>
                <a:lnTo>
                  <a:pt x="10134" y="16278"/>
                </a:lnTo>
                <a:lnTo>
                  <a:pt x="8392" y="16278"/>
                </a:lnTo>
                <a:lnTo>
                  <a:pt x="8392" y="1235"/>
                </a:lnTo>
                <a:lnTo>
                  <a:pt x="11179" y="1235"/>
                </a:lnTo>
                <a:lnTo>
                  <a:pt x="11591" y="6334"/>
                </a:lnTo>
                <a:lnTo>
                  <a:pt x="12034" y="1235"/>
                </a:lnTo>
                <a:close/>
                <a:moveTo>
                  <a:pt x="22295" y="1235"/>
                </a:moveTo>
                <a:lnTo>
                  <a:pt x="22295" y="16278"/>
                </a:lnTo>
                <a:lnTo>
                  <a:pt x="20553" y="16278"/>
                </a:lnTo>
                <a:lnTo>
                  <a:pt x="20553" y="9849"/>
                </a:lnTo>
                <a:lnTo>
                  <a:pt x="20047" y="16278"/>
                </a:lnTo>
                <a:lnTo>
                  <a:pt x="18115" y="16278"/>
                </a:lnTo>
                <a:lnTo>
                  <a:pt x="17608" y="9849"/>
                </a:lnTo>
                <a:lnTo>
                  <a:pt x="17608" y="16278"/>
                </a:lnTo>
                <a:lnTo>
                  <a:pt x="15866" y="16278"/>
                </a:lnTo>
                <a:lnTo>
                  <a:pt x="15866" y="1235"/>
                </a:lnTo>
                <a:lnTo>
                  <a:pt x="18653" y="1235"/>
                </a:lnTo>
                <a:lnTo>
                  <a:pt x="19096" y="6334"/>
                </a:lnTo>
                <a:lnTo>
                  <a:pt x="19508" y="1235"/>
                </a:lnTo>
                <a:close/>
                <a:moveTo>
                  <a:pt x="29769" y="1235"/>
                </a:moveTo>
                <a:lnTo>
                  <a:pt x="29769" y="16278"/>
                </a:lnTo>
                <a:lnTo>
                  <a:pt x="28059" y="16278"/>
                </a:lnTo>
                <a:lnTo>
                  <a:pt x="28059" y="9849"/>
                </a:lnTo>
                <a:lnTo>
                  <a:pt x="27520" y="16278"/>
                </a:lnTo>
                <a:lnTo>
                  <a:pt x="25589" y="16278"/>
                </a:lnTo>
                <a:lnTo>
                  <a:pt x="25082" y="9849"/>
                </a:lnTo>
                <a:lnTo>
                  <a:pt x="25082" y="16278"/>
                </a:lnTo>
                <a:lnTo>
                  <a:pt x="23340" y="16278"/>
                </a:lnTo>
                <a:lnTo>
                  <a:pt x="23340" y="1235"/>
                </a:lnTo>
                <a:lnTo>
                  <a:pt x="26159" y="1235"/>
                </a:lnTo>
                <a:lnTo>
                  <a:pt x="26570" y="6334"/>
                </a:lnTo>
                <a:lnTo>
                  <a:pt x="26982" y="1235"/>
                </a:lnTo>
                <a:close/>
                <a:moveTo>
                  <a:pt x="37243" y="1235"/>
                </a:moveTo>
                <a:lnTo>
                  <a:pt x="37243" y="16278"/>
                </a:lnTo>
                <a:lnTo>
                  <a:pt x="35533" y="16278"/>
                </a:lnTo>
                <a:lnTo>
                  <a:pt x="35533" y="9849"/>
                </a:lnTo>
                <a:lnTo>
                  <a:pt x="34994" y="16278"/>
                </a:lnTo>
                <a:lnTo>
                  <a:pt x="33094" y="16278"/>
                </a:lnTo>
                <a:lnTo>
                  <a:pt x="32556" y="9849"/>
                </a:lnTo>
                <a:lnTo>
                  <a:pt x="32556" y="16278"/>
                </a:lnTo>
                <a:lnTo>
                  <a:pt x="30814" y="16278"/>
                </a:lnTo>
                <a:lnTo>
                  <a:pt x="30814" y="1235"/>
                </a:lnTo>
                <a:lnTo>
                  <a:pt x="33633" y="1235"/>
                </a:lnTo>
                <a:lnTo>
                  <a:pt x="34044" y="6334"/>
                </a:lnTo>
                <a:lnTo>
                  <a:pt x="34456" y="1235"/>
                </a:lnTo>
                <a:close/>
                <a:moveTo>
                  <a:pt x="44748" y="1235"/>
                </a:moveTo>
                <a:lnTo>
                  <a:pt x="44748" y="16278"/>
                </a:lnTo>
                <a:lnTo>
                  <a:pt x="43007" y="16278"/>
                </a:lnTo>
                <a:lnTo>
                  <a:pt x="43007" y="9849"/>
                </a:lnTo>
                <a:lnTo>
                  <a:pt x="42468" y="16278"/>
                </a:lnTo>
                <a:lnTo>
                  <a:pt x="40568" y="16278"/>
                </a:lnTo>
                <a:lnTo>
                  <a:pt x="40030" y="9849"/>
                </a:lnTo>
                <a:lnTo>
                  <a:pt x="40030" y="16278"/>
                </a:lnTo>
                <a:lnTo>
                  <a:pt x="38320" y="16278"/>
                </a:lnTo>
                <a:lnTo>
                  <a:pt x="38320" y="1235"/>
                </a:lnTo>
                <a:lnTo>
                  <a:pt x="41106" y="1235"/>
                </a:lnTo>
                <a:lnTo>
                  <a:pt x="41518" y="6334"/>
                </a:lnTo>
                <a:lnTo>
                  <a:pt x="41930" y="1235"/>
                </a:lnTo>
                <a:close/>
                <a:moveTo>
                  <a:pt x="52222" y="1235"/>
                </a:moveTo>
                <a:lnTo>
                  <a:pt x="52222" y="16278"/>
                </a:lnTo>
                <a:lnTo>
                  <a:pt x="50480" y="16278"/>
                </a:lnTo>
                <a:lnTo>
                  <a:pt x="50480" y="9849"/>
                </a:lnTo>
                <a:lnTo>
                  <a:pt x="49942" y="16278"/>
                </a:lnTo>
                <a:lnTo>
                  <a:pt x="48042" y="16278"/>
                </a:lnTo>
                <a:lnTo>
                  <a:pt x="47504" y="9849"/>
                </a:lnTo>
                <a:lnTo>
                  <a:pt x="47504" y="16278"/>
                </a:lnTo>
                <a:lnTo>
                  <a:pt x="45793" y="16278"/>
                </a:lnTo>
                <a:lnTo>
                  <a:pt x="45793" y="1235"/>
                </a:lnTo>
                <a:lnTo>
                  <a:pt x="48580" y="1235"/>
                </a:lnTo>
                <a:lnTo>
                  <a:pt x="48992" y="6334"/>
                </a:lnTo>
                <a:lnTo>
                  <a:pt x="49404" y="1235"/>
                </a:lnTo>
                <a:close/>
                <a:moveTo>
                  <a:pt x="59696" y="1235"/>
                </a:moveTo>
                <a:lnTo>
                  <a:pt x="59696" y="16278"/>
                </a:lnTo>
                <a:lnTo>
                  <a:pt x="57954" y="16278"/>
                </a:lnTo>
                <a:lnTo>
                  <a:pt x="57954" y="9849"/>
                </a:lnTo>
                <a:lnTo>
                  <a:pt x="57448" y="16278"/>
                </a:lnTo>
                <a:lnTo>
                  <a:pt x="55516" y="16278"/>
                </a:lnTo>
                <a:lnTo>
                  <a:pt x="54978" y="9849"/>
                </a:lnTo>
                <a:lnTo>
                  <a:pt x="54978" y="16278"/>
                </a:lnTo>
                <a:lnTo>
                  <a:pt x="53267" y="16278"/>
                </a:lnTo>
                <a:lnTo>
                  <a:pt x="53267" y="1235"/>
                </a:lnTo>
                <a:lnTo>
                  <a:pt x="56054" y="1235"/>
                </a:lnTo>
                <a:lnTo>
                  <a:pt x="56466" y="6334"/>
                </a:lnTo>
                <a:lnTo>
                  <a:pt x="56878" y="1235"/>
                </a:lnTo>
                <a:close/>
                <a:moveTo>
                  <a:pt x="67170" y="1235"/>
                </a:moveTo>
                <a:lnTo>
                  <a:pt x="67170" y="16278"/>
                </a:lnTo>
                <a:lnTo>
                  <a:pt x="65428" y="16278"/>
                </a:lnTo>
                <a:lnTo>
                  <a:pt x="65428" y="9849"/>
                </a:lnTo>
                <a:lnTo>
                  <a:pt x="64922" y="16278"/>
                </a:lnTo>
                <a:lnTo>
                  <a:pt x="62990" y="16278"/>
                </a:lnTo>
                <a:lnTo>
                  <a:pt x="62483" y="9849"/>
                </a:lnTo>
                <a:lnTo>
                  <a:pt x="62483" y="16278"/>
                </a:lnTo>
                <a:lnTo>
                  <a:pt x="60741" y="16278"/>
                </a:lnTo>
                <a:lnTo>
                  <a:pt x="60741" y="1235"/>
                </a:lnTo>
                <a:lnTo>
                  <a:pt x="63528" y="1235"/>
                </a:lnTo>
                <a:lnTo>
                  <a:pt x="63940" y="6334"/>
                </a:lnTo>
                <a:lnTo>
                  <a:pt x="64383" y="1235"/>
                </a:lnTo>
                <a:close/>
                <a:moveTo>
                  <a:pt x="74644" y="1235"/>
                </a:moveTo>
                <a:lnTo>
                  <a:pt x="74644" y="16278"/>
                </a:lnTo>
                <a:lnTo>
                  <a:pt x="72902" y="16278"/>
                </a:lnTo>
                <a:lnTo>
                  <a:pt x="72902" y="9849"/>
                </a:lnTo>
                <a:lnTo>
                  <a:pt x="72395" y="16278"/>
                </a:lnTo>
                <a:lnTo>
                  <a:pt x="70464" y="16278"/>
                </a:lnTo>
                <a:lnTo>
                  <a:pt x="69957" y="9849"/>
                </a:lnTo>
                <a:lnTo>
                  <a:pt x="69957" y="16278"/>
                </a:lnTo>
                <a:lnTo>
                  <a:pt x="68215" y="16278"/>
                </a:lnTo>
                <a:lnTo>
                  <a:pt x="68215" y="1235"/>
                </a:lnTo>
                <a:lnTo>
                  <a:pt x="71002" y="1235"/>
                </a:lnTo>
                <a:lnTo>
                  <a:pt x="71445" y="6334"/>
                </a:lnTo>
                <a:lnTo>
                  <a:pt x="71857" y="1235"/>
                </a:lnTo>
                <a:close/>
                <a:moveTo>
                  <a:pt x="82118" y="1235"/>
                </a:moveTo>
                <a:lnTo>
                  <a:pt x="82118" y="16278"/>
                </a:lnTo>
                <a:lnTo>
                  <a:pt x="80376" y="16278"/>
                </a:lnTo>
                <a:lnTo>
                  <a:pt x="80376" y="9849"/>
                </a:lnTo>
                <a:lnTo>
                  <a:pt x="79869" y="16278"/>
                </a:lnTo>
                <a:lnTo>
                  <a:pt x="77969" y="16278"/>
                </a:lnTo>
                <a:lnTo>
                  <a:pt x="77431" y="9849"/>
                </a:lnTo>
                <a:lnTo>
                  <a:pt x="77431" y="16278"/>
                </a:lnTo>
                <a:lnTo>
                  <a:pt x="75689" y="16278"/>
                </a:lnTo>
                <a:lnTo>
                  <a:pt x="75689" y="1235"/>
                </a:lnTo>
                <a:lnTo>
                  <a:pt x="78508" y="1235"/>
                </a:lnTo>
                <a:lnTo>
                  <a:pt x="78919" y="6334"/>
                </a:lnTo>
                <a:lnTo>
                  <a:pt x="79331" y="1235"/>
                </a:lnTo>
                <a:close/>
                <a:moveTo>
                  <a:pt x="89623" y="1235"/>
                </a:moveTo>
                <a:lnTo>
                  <a:pt x="89623" y="16278"/>
                </a:lnTo>
                <a:lnTo>
                  <a:pt x="87882" y="16278"/>
                </a:lnTo>
                <a:lnTo>
                  <a:pt x="87882" y="9849"/>
                </a:lnTo>
                <a:lnTo>
                  <a:pt x="87343" y="16278"/>
                </a:lnTo>
                <a:lnTo>
                  <a:pt x="85443" y="16278"/>
                </a:lnTo>
                <a:lnTo>
                  <a:pt x="84905" y="9849"/>
                </a:lnTo>
                <a:lnTo>
                  <a:pt x="84905" y="16278"/>
                </a:lnTo>
                <a:lnTo>
                  <a:pt x="83163" y="16278"/>
                </a:lnTo>
                <a:lnTo>
                  <a:pt x="83163" y="1235"/>
                </a:lnTo>
                <a:lnTo>
                  <a:pt x="85982" y="1235"/>
                </a:lnTo>
                <a:lnTo>
                  <a:pt x="86393" y="6334"/>
                </a:lnTo>
                <a:lnTo>
                  <a:pt x="86805" y="1235"/>
                </a:lnTo>
                <a:close/>
                <a:moveTo>
                  <a:pt x="97097" y="1235"/>
                </a:moveTo>
                <a:lnTo>
                  <a:pt x="97097" y="16278"/>
                </a:lnTo>
                <a:lnTo>
                  <a:pt x="95356" y="16278"/>
                </a:lnTo>
                <a:lnTo>
                  <a:pt x="95356" y="9849"/>
                </a:lnTo>
                <a:lnTo>
                  <a:pt x="94817" y="16278"/>
                </a:lnTo>
                <a:lnTo>
                  <a:pt x="92917" y="16278"/>
                </a:lnTo>
                <a:lnTo>
                  <a:pt x="92379" y="9849"/>
                </a:lnTo>
                <a:lnTo>
                  <a:pt x="92379" y="16278"/>
                </a:lnTo>
                <a:lnTo>
                  <a:pt x="90637" y="16278"/>
                </a:lnTo>
                <a:lnTo>
                  <a:pt x="90637" y="1235"/>
                </a:lnTo>
                <a:lnTo>
                  <a:pt x="93455" y="1235"/>
                </a:lnTo>
                <a:lnTo>
                  <a:pt x="93867" y="6334"/>
                </a:lnTo>
                <a:lnTo>
                  <a:pt x="94279" y="1235"/>
                </a:lnTo>
                <a:close/>
                <a:moveTo>
                  <a:pt x="104571" y="1235"/>
                </a:moveTo>
                <a:lnTo>
                  <a:pt x="104571" y="16278"/>
                </a:lnTo>
                <a:lnTo>
                  <a:pt x="102829" y="16278"/>
                </a:lnTo>
                <a:lnTo>
                  <a:pt x="102829" y="9849"/>
                </a:lnTo>
                <a:lnTo>
                  <a:pt x="102323" y="16278"/>
                </a:lnTo>
                <a:lnTo>
                  <a:pt x="100391" y="16278"/>
                </a:lnTo>
                <a:lnTo>
                  <a:pt x="99853" y="9849"/>
                </a:lnTo>
                <a:lnTo>
                  <a:pt x="99853" y="16278"/>
                </a:lnTo>
                <a:lnTo>
                  <a:pt x="98142" y="16278"/>
                </a:lnTo>
                <a:lnTo>
                  <a:pt x="98142" y="1235"/>
                </a:lnTo>
                <a:lnTo>
                  <a:pt x="100929" y="1235"/>
                </a:lnTo>
                <a:lnTo>
                  <a:pt x="101341" y="6334"/>
                </a:lnTo>
                <a:lnTo>
                  <a:pt x="101753" y="1235"/>
                </a:lnTo>
                <a:close/>
                <a:moveTo>
                  <a:pt x="112045" y="1235"/>
                </a:moveTo>
                <a:lnTo>
                  <a:pt x="112045" y="16278"/>
                </a:lnTo>
                <a:lnTo>
                  <a:pt x="110303" y="16278"/>
                </a:lnTo>
                <a:lnTo>
                  <a:pt x="110303" y="9849"/>
                </a:lnTo>
                <a:lnTo>
                  <a:pt x="109797" y="16278"/>
                </a:lnTo>
                <a:lnTo>
                  <a:pt x="107865" y="16278"/>
                </a:lnTo>
                <a:lnTo>
                  <a:pt x="107358" y="9849"/>
                </a:lnTo>
                <a:lnTo>
                  <a:pt x="107358" y="16278"/>
                </a:lnTo>
                <a:lnTo>
                  <a:pt x="105616" y="16278"/>
                </a:lnTo>
                <a:lnTo>
                  <a:pt x="105616" y="1235"/>
                </a:lnTo>
                <a:lnTo>
                  <a:pt x="108403" y="1235"/>
                </a:lnTo>
                <a:lnTo>
                  <a:pt x="108815" y="6334"/>
                </a:lnTo>
                <a:lnTo>
                  <a:pt x="109258" y="1235"/>
                </a:lnTo>
                <a:close/>
                <a:moveTo>
                  <a:pt x="119519" y="1235"/>
                </a:moveTo>
                <a:lnTo>
                  <a:pt x="119519" y="16278"/>
                </a:lnTo>
                <a:lnTo>
                  <a:pt x="117777" y="16278"/>
                </a:lnTo>
                <a:lnTo>
                  <a:pt x="117777" y="9849"/>
                </a:lnTo>
                <a:lnTo>
                  <a:pt x="117271" y="16278"/>
                </a:lnTo>
                <a:lnTo>
                  <a:pt x="115339" y="16278"/>
                </a:lnTo>
                <a:lnTo>
                  <a:pt x="114832" y="9849"/>
                </a:lnTo>
                <a:lnTo>
                  <a:pt x="114832" y="16278"/>
                </a:lnTo>
                <a:lnTo>
                  <a:pt x="113090" y="16278"/>
                </a:lnTo>
                <a:lnTo>
                  <a:pt x="113090" y="1235"/>
                </a:lnTo>
                <a:lnTo>
                  <a:pt x="115877" y="1235"/>
                </a:lnTo>
                <a:lnTo>
                  <a:pt x="116320" y="6334"/>
                </a:lnTo>
                <a:lnTo>
                  <a:pt x="116732" y="1235"/>
                </a:lnTo>
                <a:close/>
                <a:moveTo>
                  <a:pt x="126993" y="1235"/>
                </a:moveTo>
                <a:lnTo>
                  <a:pt x="126993" y="16278"/>
                </a:lnTo>
                <a:lnTo>
                  <a:pt x="125283" y="16278"/>
                </a:lnTo>
                <a:lnTo>
                  <a:pt x="125283" y="9849"/>
                </a:lnTo>
                <a:lnTo>
                  <a:pt x="124744" y="16278"/>
                </a:lnTo>
                <a:lnTo>
                  <a:pt x="122813" y="16278"/>
                </a:lnTo>
                <a:lnTo>
                  <a:pt x="122306" y="9849"/>
                </a:lnTo>
                <a:lnTo>
                  <a:pt x="122306" y="16278"/>
                </a:lnTo>
                <a:lnTo>
                  <a:pt x="120564" y="16278"/>
                </a:lnTo>
                <a:lnTo>
                  <a:pt x="120564" y="1235"/>
                </a:lnTo>
                <a:lnTo>
                  <a:pt x="123351" y="1235"/>
                </a:lnTo>
                <a:lnTo>
                  <a:pt x="123794" y="6334"/>
                </a:lnTo>
                <a:lnTo>
                  <a:pt x="124206" y="1235"/>
                </a:lnTo>
                <a:close/>
                <a:moveTo>
                  <a:pt x="134467" y="1235"/>
                </a:moveTo>
                <a:lnTo>
                  <a:pt x="134467" y="16278"/>
                </a:lnTo>
                <a:lnTo>
                  <a:pt x="132757" y="16278"/>
                </a:lnTo>
                <a:lnTo>
                  <a:pt x="132757" y="9849"/>
                </a:lnTo>
                <a:lnTo>
                  <a:pt x="132218" y="16278"/>
                </a:lnTo>
                <a:lnTo>
                  <a:pt x="130318" y="16278"/>
                </a:lnTo>
                <a:lnTo>
                  <a:pt x="129780" y="9849"/>
                </a:lnTo>
                <a:lnTo>
                  <a:pt x="129780" y="16278"/>
                </a:lnTo>
                <a:lnTo>
                  <a:pt x="128038" y="16278"/>
                </a:lnTo>
                <a:lnTo>
                  <a:pt x="128038" y="1235"/>
                </a:lnTo>
                <a:lnTo>
                  <a:pt x="130857" y="1235"/>
                </a:lnTo>
                <a:lnTo>
                  <a:pt x="131268" y="6334"/>
                </a:lnTo>
                <a:lnTo>
                  <a:pt x="131680" y="1235"/>
                </a:lnTo>
                <a:close/>
                <a:moveTo>
                  <a:pt x="141941" y="1235"/>
                </a:moveTo>
                <a:lnTo>
                  <a:pt x="141941" y="16278"/>
                </a:lnTo>
                <a:lnTo>
                  <a:pt x="140231" y="16278"/>
                </a:lnTo>
                <a:lnTo>
                  <a:pt x="140231" y="9849"/>
                </a:lnTo>
                <a:lnTo>
                  <a:pt x="139692" y="16278"/>
                </a:lnTo>
                <a:lnTo>
                  <a:pt x="137792" y="16278"/>
                </a:lnTo>
                <a:lnTo>
                  <a:pt x="137254" y="9849"/>
                </a:lnTo>
                <a:lnTo>
                  <a:pt x="137254" y="16278"/>
                </a:lnTo>
                <a:lnTo>
                  <a:pt x="135512" y="16278"/>
                </a:lnTo>
                <a:lnTo>
                  <a:pt x="135512" y="1235"/>
                </a:lnTo>
                <a:lnTo>
                  <a:pt x="138330" y="1235"/>
                </a:lnTo>
                <a:lnTo>
                  <a:pt x="138742" y="6334"/>
                </a:lnTo>
                <a:lnTo>
                  <a:pt x="139154" y="1235"/>
                </a:lnTo>
                <a:close/>
                <a:moveTo>
                  <a:pt x="149446" y="1235"/>
                </a:moveTo>
                <a:lnTo>
                  <a:pt x="149446" y="16278"/>
                </a:lnTo>
                <a:lnTo>
                  <a:pt x="147705" y="16278"/>
                </a:lnTo>
                <a:lnTo>
                  <a:pt x="147705" y="9849"/>
                </a:lnTo>
                <a:lnTo>
                  <a:pt x="147166" y="16278"/>
                </a:lnTo>
                <a:lnTo>
                  <a:pt x="145266" y="16278"/>
                </a:lnTo>
                <a:lnTo>
                  <a:pt x="144728" y="9849"/>
                </a:lnTo>
                <a:lnTo>
                  <a:pt x="144728" y="16278"/>
                </a:lnTo>
                <a:lnTo>
                  <a:pt x="142986" y="16278"/>
                </a:lnTo>
                <a:lnTo>
                  <a:pt x="142986" y="1235"/>
                </a:lnTo>
                <a:lnTo>
                  <a:pt x="145804" y="1235"/>
                </a:lnTo>
                <a:lnTo>
                  <a:pt x="146216" y="6334"/>
                </a:lnTo>
                <a:lnTo>
                  <a:pt x="146628" y="1235"/>
                </a:lnTo>
                <a:close/>
                <a:moveTo>
                  <a:pt x="156920" y="1235"/>
                </a:moveTo>
                <a:lnTo>
                  <a:pt x="156920" y="16278"/>
                </a:lnTo>
                <a:lnTo>
                  <a:pt x="155178" y="16278"/>
                </a:lnTo>
                <a:lnTo>
                  <a:pt x="155178" y="9849"/>
                </a:lnTo>
                <a:lnTo>
                  <a:pt x="154640" y="16278"/>
                </a:lnTo>
                <a:lnTo>
                  <a:pt x="152740" y="16278"/>
                </a:lnTo>
                <a:lnTo>
                  <a:pt x="152233" y="9849"/>
                </a:lnTo>
                <a:lnTo>
                  <a:pt x="152233" y="16278"/>
                </a:lnTo>
                <a:lnTo>
                  <a:pt x="150491" y="16278"/>
                </a:lnTo>
                <a:lnTo>
                  <a:pt x="150491" y="1235"/>
                </a:lnTo>
                <a:lnTo>
                  <a:pt x="153278" y="1235"/>
                </a:lnTo>
                <a:lnTo>
                  <a:pt x="153690" y="6334"/>
                </a:lnTo>
                <a:lnTo>
                  <a:pt x="154133" y="1235"/>
                </a:lnTo>
                <a:close/>
                <a:moveTo>
                  <a:pt x="164394" y="1235"/>
                </a:moveTo>
                <a:lnTo>
                  <a:pt x="164394" y="16278"/>
                </a:lnTo>
                <a:lnTo>
                  <a:pt x="162652" y="16278"/>
                </a:lnTo>
                <a:lnTo>
                  <a:pt x="162652" y="9849"/>
                </a:lnTo>
                <a:lnTo>
                  <a:pt x="162146" y="16278"/>
                </a:lnTo>
                <a:lnTo>
                  <a:pt x="160214" y="16278"/>
                </a:lnTo>
                <a:lnTo>
                  <a:pt x="159707" y="9849"/>
                </a:lnTo>
                <a:lnTo>
                  <a:pt x="159707" y="16278"/>
                </a:lnTo>
                <a:lnTo>
                  <a:pt x="157965" y="16278"/>
                </a:lnTo>
                <a:lnTo>
                  <a:pt x="157965" y="1235"/>
                </a:lnTo>
                <a:lnTo>
                  <a:pt x="160752" y="1235"/>
                </a:lnTo>
                <a:lnTo>
                  <a:pt x="161164" y="6334"/>
                </a:lnTo>
                <a:lnTo>
                  <a:pt x="161607" y="1235"/>
                </a:lnTo>
                <a:close/>
                <a:moveTo>
                  <a:pt x="171868" y="1235"/>
                </a:moveTo>
                <a:lnTo>
                  <a:pt x="171868" y="16278"/>
                </a:lnTo>
                <a:lnTo>
                  <a:pt x="170126" y="16278"/>
                </a:lnTo>
                <a:lnTo>
                  <a:pt x="170126" y="9849"/>
                </a:lnTo>
                <a:lnTo>
                  <a:pt x="169620" y="16278"/>
                </a:lnTo>
                <a:lnTo>
                  <a:pt x="167688" y="16278"/>
                </a:lnTo>
                <a:lnTo>
                  <a:pt x="167181" y="9849"/>
                </a:lnTo>
                <a:lnTo>
                  <a:pt x="167181" y="16278"/>
                </a:lnTo>
                <a:lnTo>
                  <a:pt x="165439" y="16278"/>
                </a:lnTo>
                <a:lnTo>
                  <a:pt x="165439" y="1235"/>
                </a:lnTo>
                <a:lnTo>
                  <a:pt x="168226" y="1235"/>
                </a:lnTo>
                <a:lnTo>
                  <a:pt x="168638" y="6334"/>
                </a:lnTo>
                <a:lnTo>
                  <a:pt x="169081" y="1235"/>
                </a:lnTo>
                <a:close/>
                <a:moveTo>
                  <a:pt x="179342" y="1235"/>
                </a:moveTo>
                <a:lnTo>
                  <a:pt x="179342" y="16278"/>
                </a:lnTo>
                <a:lnTo>
                  <a:pt x="177600" y="16278"/>
                </a:lnTo>
                <a:lnTo>
                  <a:pt x="177600" y="9849"/>
                </a:lnTo>
                <a:lnTo>
                  <a:pt x="177093" y="16278"/>
                </a:lnTo>
                <a:lnTo>
                  <a:pt x="175193" y="16278"/>
                </a:lnTo>
                <a:lnTo>
                  <a:pt x="174655" y="9849"/>
                </a:lnTo>
                <a:lnTo>
                  <a:pt x="174655" y="16278"/>
                </a:lnTo>
                <a:lnTo>
                  <a:pt x="172913" y="16278"/>
                </a:lnTo>
                <a:lnTo>
                  <a:pt x="172913" y="1235"/>
                </a:lnTo>
                <a:lnTo>
                  <a:pt x="175732" y="1235"/>
                </a:lnTo>
                <a:lnTo>
                  <a:pt x="176143" y="6334"/>
                </a:lnTo>
                <a:lnTo>
                  <a:pt x="176555" y="1235"/>
                </a:lnTo>
                <a:close/>
                <a:moveTo>
                  <a:pt x="186816" y="1235"/>
                </a:moveTo>
                <a:lnTo>
                  <a:pt x="186816" y="16278"/>
                </a:lnTo>
                <a:lnTo>
                  <a:pt x="185106" y="16278"/>
                </a:lnTo>
                <a:lnTo>
                  <a:pt x="185106" y="9849"/>
                </a:lnTo>
                <a:lnTo>
                  <a:pt x="184567" y="16278"/>
                </a:lnTo>
                <a:lnTo>
                  <a:pt x="182667" y="16278"/>
                </a:lnTo>
                <a:lnTo>
                  <a:pt x="182129" y="9849"/>
                </a:lnTo>
                <a:lnTo>
                  <a:pt x="182129" y="16278"/>
                </a:lnTo>
                <a:lnTo>
                  <a:pt x="180387" y="16278"/>
                </a:lnTo>
                <a:lnTo>
                  <a:pt x="180387" y="1235"/>
                </a:lnTo>
                <a:lnTo>
                  <a:pt x="183206" y="1235"/>
                </a:lnTo>
                <a:lnTo>
                  <a:pt x="183617" y="6334"/>
                </a:lnTo>
                <a:lnTo>
                  <a:pt x="184029" y="1235"/>
                </a:lnTo>
                <a:close/>
                <a:moveTo>
                  <a:pt x="194321" y="1235"/>
                </a:moveTo>
                <a:lnTo>
                  <a:pt x="194321" y="16278"/>
                </a:lnTo>
                <a:lnTo>
                  <a:pt x="192580" y="16278"/>
                </a:lnTo>
                <a:lnTo>
                  <a:pt x="192580" y="9849"/>
                </a:lnTo>
                <a:lnTo>
                  <a:pt x="192041" y="16278"/>
                </a:lnTo>
                <a:lnTo>
                  <a:pt x="190141" y="16278"/>
                </a:lnTo>
                <a:lnTo>
                  <a:pt x="189603" y="9849"/>
                </a:lnTo>
                <a:lnTo>
                  <a:pt x="189603" y="16278"/>
                </a:lnTo>
                <a:lnTo>
                  <a:pt x="187861" y="16278"/>
                </a:lnTo>
                <a:lnTo>
                  <a:pt x="187861" y="1235"/>
                </a:lnTo>
                <a:lnTo>
                  <a:pt x="190679" y="1235"/>
                </a:lnTo>
                <a:lnTo>
                  <a:pt x="191091" y="6334"/>
                </a:lnTo>
                <a:lnTo>
                  <a:pt x="191503" y="1235"/>
                </a:lnTo>
                <a:close/>
                <a:moveTo>
                  <a:pt x="201795" y="1235"/>
                </a:moveTo>
                <a:lnTo>
                  <a:pt x="201795" y="16278"/>
                </a:lnTo>
                <a:lnTo>
                  <a:pt x="200054" y="16278"/>
                </a:lnTo>
                <a:lnTo>
                  <a:pt x="200054" y="9849"/>
                </a:lnTo>
                <a:lnTo>
                  <a:pt x="199515" y="16278"/>
                </a:lnTo>
                <a:lnTo>
                  <a:pt x="197615" y="16278"/>
                </a:lnTo>
                <a:lnTo>
                  <a:pt x="197077" y="9849"/>
                </a:lnTo>
                <a:lnTo>
                  <a:pt x="197077" y="16278"/>
                </a:lnTo>
                <a:lnTo>
                  <a:pt x="195366" y="16278"/>
                </a:lnTo>
                <a:lnTo>
                  <a:pt x="195366" y="1235"/>
                </a:lnTo>
                <a:lnTo>
                  <a:pt x="198153" y="1235"/>
                </a:lnTo>
                <a:lnTo>
                  <a:pt x="198565" y="6334"/>
                </a:lnTo>
                <a:lnTo>
                  <a:pt x="198977" y="1235"/>
                </a:lnTo>
                <a:close/>
                <a:moveTo>
                  <a:pt x="209269" y="1235"/>
                </a:moveTo>
                <a:lnTo>
                  <a:pt x="209269" y="16278"/>
                </a:lnTo>
                <a:lnTo>
                  <a:pt x="207527" y="16278"/>
                </a:lnTo>
                <a:lnTo>
                  <a:pt x="207527" y="9849"/>
                </a:lnTo>
                <a:lnTo>
                  <a:pt x="207021" y="16278"/>
                </a:lnTo>
                <a:lnTo>
                  <a:pt x="205089" y="16278"/>
                </a:lnTo>
                <a:lnTo>
                  <a:pt x="204582" y="9849"/>
                </a:lnTo>
                <a:lnTo>
                  <a:pt x="204582" y="16278"/>
                </a:lnTo>
                <a:lnTo>
                  <a:pt x="202840" y="16278"/>
                </a:lnTo>
                <a:lnTo>
                  <a:pt x="202840" y="1235"/>
                </a:lnTo>
                <a:lnTo>
                  <a:pt x="205627" y="1235"/>
                </a:lnTo>
                <a:lnTo>
                  <a:pt x="206039" y="6334"/>
                </a:lnTo>
                <a:lnTo>
                  <a:pt x="206451" y="1235"/>
                </a:lnTo>
                <a:close/>
                <a:moveTo>
                  <a:pt x="216743" y="1235"/>
                </a:moveTo>
                <a:lnTo>
                  <a:pt x="216743" y="16278"/>
                </a:lnTo>
                <a:lnTo>
                  <a:pt x="215001" y="16278"/>
                </a:lnTo>
                <a:lnTo>
                  <a:pt x="215001" y="9849"/>
                </a:lnTo>
                <a:lnTo>
                  <a:pt x="214495" y="16278"/>
                </a:lnTo>
                <a:lnTo>
                  <a:pt x="212563" y="16278"/>
                </a:lnTo>
                <a:lnTo>
                  <a:pt x="212056" y="9849"/>
                </a:lnTo>
                <a:lnTo>
                  <a:pt x="212056" y="16278"/>
                </a:lnTo>
                <a:lnTo>
                  <a:pt x="210314" y="16278"/>
                </a:lnTo>
                <a:lnTo>
                  <a:pt x="210314" y="1235"/>
                </a:lnTo>
                <a:lnTo>
                  <a:pt x="213101" y="1235"/>
                </a:lnTo>
                <a:lnTo>
                  <a:pt x="213513" y="6334"/>
                </a:lnTo>
                <a:lnTo>
                  <a:pt x="213956" y="1235"/>
                </a:lnTo>
                <a:close/>
                <a:moveTo>
                  <a:pt x="224217" y="1235"/>
                </a:moveTo>
                <a:lnTo>
                  <a:pt x="224217" y="16278"/>
                </a:lnTo>
                <a:lnTo>
                  <a:pt x="222475" y="16278"/>
                </a:lnTo>
                <a:lnTo>
                  <a:pt x="222475" y="9849"/>
                </a:lnTo>
                <a:lnTo>
                  <a:pt x="221969" y="16278"/>
                </a:lnTo>
                <a:lnTo>
                  <a:pt x="220037" y="16278"/>
                </a:lnTo>
                <a:lnTo>
                  <a:pt x="219530" y="9849"/>
                </a:lnTo>
                <a:lnTo>
                  <a:pt x="219530" y="16278"/>
                </a:lnTo>
                <a:lnTo>
                  <a:pt x="217788" y="16278"/>
                </a:lnTo>
                <a:lnTo>
                  <a:pt x="217788" y="1235"/>
                </a:lnTo>
                <a:lnTo>
                  <a:pt x="220575" y="1235"/>
                </a:lnTo>
                <a:lnTo>
                  <a:pt x="221018" y="6334"/>
                </a:lnTo>
                <a:lnTo>
                  <a:pt x="221430" y="1235"/>
                </a:lnTo>
                <a:close/>
                <a:moveTo>
                  <a:pt x="231691" y="1235"/>
                </a:moveTo>
                <a:lnTo>
                  <a:pt x="231691" y="16278"/>
                </a:lnTo>
                <a:lnTo>
                  <a:pt x="229981" y="16278"/>
                </a:lnTo>
                <a:lnTo>
                  <a:pt x="229981" y="9849"/>
                </a:lnTo>
                <a:lnTo>
                  <a:pt x="229442" y="16278"/>
                </a:lnTo>
                <a:lnTo>
                  <a:pt x="227542" y="16278"/>
                </a:lnTo>
                <a:lnTo>
                  <a:pt x="227004" y="9849"/>
                </a:lnTo>
                <a:lnTo>
                  <a:pt x="227004" y="16278"/>
                </a:lnTo>
                <a:lnTo>
                  <a:pt x="225262" y="16278"/>
                </a:lnTo>
                <a:lnTo>
                  <a:pt x="225262" y="1235"/>
                </a:lnTo>
                <a:lnTo>
                  <a:pt x="228049" y="1235"/>
                </a:lnTo>
                <a:lnTo>
                  <a:pt x="228492" y="6334"/>
                </a:lnTo>
                <a:lnTo>
                  <a:pt x="228904" y="1235"/>
                </a:lnTo>
                <a:close/>
                <a:moveTo>
                  <a:pt x="239165" y="1235"/>
                </a:moveTo>
                <a:lnTo>
                  <a:pt x="239165" y="16278"/>
                </a:lnTo>
                <a:lnTo>
                  <a:pt x="237455" y="16278"/>
                </a:lnTo>
                <a:lnTo>
                  <a:pt x="237455" y="9849"/>
                </a:lnTo>
                <a:lnTo>
                  <a:pt x="236916" y="16278"/>
                </a:lnTo>
                <a:lnTo>
                  <a:pt x="235016" y="16278"/>
                </a:lnTo>
                <a:lnTo>
                  <a:pt x="234478" y="9849"/>
                </a:lnTo>
                <a:lnTo>
                  <a:pt x="234478" y="16278"/>
                </a:lnTo>
                <a:lnTo>
                  <a:pt x="232736" y="16278"/>
                </a:lnTo>
                <a:lnTo>
                  <a:pt x="232736" y="1235"/>
                </a:lnTo>
                <a:lnTo>
                  <a:pt x="235555" y="1235"/>
                </a:lnTo>
                <a:lnTo>
                  <a:pt x="235966" y="6334"/>
                </a:lnTo>
                <a:lnTo>
                  <a:pt x="236378" y="1235"/>
                </a:lnTo>
                <a:close/>
                <a:moveTo>
                  <a:pt x="246670" y="1235"/>
                </a:moveTo>
                <a:lnTo>
                  <a:pt x="246670" y="16278"/>
                </a:lnTo>
                <a:lnTo>
                  <a:pt x="244929" y="16278"/>
                </a:lnTo>
                <a:lnTo>
                  <a:pt x="244929" y="9849"/>
                </a:lnTo>
                <a:lnTo>
                  <a:pt x="244390" y="16278"/>
                </a:lnTo>
                <a:lnTo>
                  <a:pt x="242490" y="16278"/>
                </a:lnTo>
                <a:lnTo>
                  <a:pt x="241952" y="9849"/>
                </a:lnTo>
                <a:lnTo>
                  <a:pt x="241952" y="16278"/>
                </a:lnTo>
                <a:lnTo>
                  <a:pt x="240242" y="16278"/>
                </a:lnTo>
                <a:lnTo>
                  <a:pt x="240242" y="1235"/>
                </a:lnTo>
                <a:lnTo>
                  <a:pt x="243028" y="1235"/>
                </a:lnTo>
                <a:lnTo>
                  <a:pt x="243440" y="6334"/>
                </a:lnTo>
                <a:lnTo>
                  <a:pt x="243852" y="1235"/>
                </a:lnTo>
                <a:close/>
                <a:moveTo>
                  <a:pt x="254144" y="1235"/>
                </a:moveTo>
                <a:lnTo>
                  <a:pt x="254144" y="16278"/>
                </a:lnTo>
                <a:lnTo>
                  <a:pt x="252402" y="16278"/>
                </a:lnTo>
                <a:lnTo>
                  <a:pt x="252402" y="9849"/>
                </a:lnTo>
                <a:lnTo>
                  <a:pt x="251864" y="16278"/>
                </a:lnTo>
                <a:lnTo>
                  <a:pt x="249964" y="16278"/>
                </a:lnTo>
                <a:lnTo>
                  <a:pt x="249426" y="9849"/>
                </a:lnTo>
                <a:lnTo>
                  <a:pt x="249426" y="16278"/>
                </a:lnTo>
                <a:lnTo>
                  <a:pt x="247715" y="16278"/>
                </a:lnTo>
                <a:lnTo>
                  <a:pt x="247715" y="1235"/>
                </a:lnTo>
                <a:lnTo>
                  <a:pt x="250502" y="1235"/>
                </a:lnTo>
                <a:lnTo>
                  <a:pt x="250914" y="6334"/>
                </a:lnTo>
                <a:lnTo>
                  <a:pt x="251326" y="1235"/>
                </a:lnTo>
                <a:close/>
                <a:moveTo>
                  <a:pt x="261618" y="1235"/>
                </a:moveTo>
                <a:lnTo>
                  <a:pt x="261618" y="16278"/>
                </a:lnTo>
                <a:lnTo>
                  <a:pt x="259876" y="16278"/>
                </a:lnTo>
                <a:lnTo>
                  <a:pt x="259876" y="9849"/>
                </a:lnTo>
                <a:lnTo>
                  <a:pt x="259338" y="16278"/>
                </a:lnTo>
                <a:lnTo>
                  <a:pt x="257438" y="16278"/>
                </a:lnTo>
                <a:lnTo>
                  <a:pt x="256899" y="9849"/>
                </a:lnTo>
                <a:lnTo>
                  <a:pt x="256899" y="16278"/>
                </a:lnTo>
                <a:lnTo>
                  <a:pt x="255189" y="16278"/>
                </a:lnTo>
                <a:lnTo>
                  <a:pt x="255189" y="1235"/>
                </a:lnTo>
                <a:lnTo>
                  <a:pt x="257976" y="1235"/>
                </a:lnTo>
                <a:lnTo>
                  <a:pt x="258388" y="6334"/>
                </a:lnTo>
                <a:lnTo>
                  <a:pt x="258831" y="1235"/>
                </a:lnTo>
                <a:close/>
                <a:moveTo>
                  <a:pt x="269092" y="1235"/>
                </a:moveTo>
                <a:lnTo>
                  <a:pt x="269092" y="16278"/>
                </a:lnTo>
                <a:lnTo>
                  <a:pt x="267350" y="16278"/>
                </a:lnTo>
                <a:lnTo>
                  <a:pt x="267350" y="9849"/>
                </a:lnTo>
                <a:lnTo>
                  <a:pt x="266844" y="16278"/>
                </a:lnTo>
                <a:lnTo>
                  <a:pt x="264912" y="16278"/>
                </a:lnTo>
                <a:lnTo>
                  <a:pt x="264405" y="9849"/>
                </a:lnTo>
                <a:lnTo>
                  <a:pt x="264405" y="16278"/>
                </a:lnTo>
                <a:lnTo>
                  <a:pt x="262663" y="16278"/>
                </a:lnTo>
                <a:lnTo>
                  <a:pt x="262663" y="1235"/>
                </a:lnTo>
                <a:lnTo>
                  <a:pt x="265450" y="1235"/>
                </a:lnTo>
                <a:lnTo>
                  <a:pt x="265862" y="6334"/>
                </a:lnTo>
                <a:lnTo>
                  <a:pt x="266305" y="1235"/>
                </a:lnTo>
                <a:close/>
                <a:moveTo>
                  <a:pt x="276566" y="1235"/>
                </a:moveTo>
                <a:lnTo>
                  <a:pt x="276566" y="16278"/>
                </a:lnTo>
                <a:lnTo>
                  <a:pt x="274824" y="16278"/>
                </a:lnTo>
                <a:lnTo>
                  <a:pt x="274824" y="9849"/>
                </a:lnTo>
                <a:lnTo>
                  <a:pt x="274317" y="16278"/>
                </a:lnTo>
                <a:lnTo>
                  <a:pt x="272386" y="16278"/>
                </a:lnTo>
                <a:lnTo>
                  <a:pt x="271879" y="9849"/>
                </a:lnTo>
                <a:lnTo>
                  <a:pt x="271879" y="16278"/>
                </a:lnTo>
                <a:lnTo>
                  <a:pt x="270137" y="16278"/>
                </a:lnTo>
                <a:lnTo>
                  <a:pt x="270137" y="1235"/>
                </a:lnTo>
                <a:lnTo>
                  <a:pt x="272924" y="1235"/>
                </a:lnTo>
                <a:lnTo>
                  <a:pt x="273367" y="6334"/>
                </a:lnTo>
                <a:lnTo>
                  <a:pt x="273779" y="1235"/>
                </a:lnTo>
                <a:close/>
                <a:moveTo>
                  <a:pt x="284040" y="1235"/>
                </a:moveTo>
                <a:lnTo>
                  <a:pt x="284040" y="16278"/>
                </a:lnTo>
                <a:lnTo>
                  <a:pt x="282298" y="16278"/>
                </a:lnTo>
                <a:lnTo>
                  <a:pt x="282298" y="9849"/>
                </a:lnTo>
                <a:lnTo>
                  <a:pt x="281791" y="16278"/>
                </a:lnTo>
                <a:lnTo>
                  <a:pt x="279860" y="16278"/>
                </a:lnTo>
                <a:lnTo>
                  <a:pt x="279353" y="9849"/>
                </a:lnTo>
                <a:lnTo>
                  <a:pt x="279353" y="16278"/>
                </a:lnTo>
                <a:lnTo>
                  <a:pt x="277611" y="16278"/>
                </a:lnTo>
                <a:lnTo>
                  <a:pt x="277611" y="1235"/>
                </a:lnTo>
                <a:lnTo>
                  <a:pt x="280430" y="1235"/>
                </a:lnTo>
                <a:lnTo>
                  <a:pt x="280841" y="6334"/>
                </a:lnTo>
                <a:lnTo>
                  <a:pt x="281253" y="1235"/>
                </a:lnTo>
                <a:close/>
                <a:moveTo>
                  <a:pt x="7347" y="17101"/>
                </a:moveTo>
                <a:lnTo>
                  <a:pt x="7347" y="32144"/>
                </a:lnTo>
                <a:lnTo>
                  <a:pt x="5605" y="32144"/>
                </a:lnTo>
                <a:lnTo>
                  <a:pt x="5605" y="25715"/>
                </a:lnTo>
                <a:lnTo>
                  <a:pt x="5099" y="32144"/>
                </a:lnTo>
                <a:lnTo>
                  <a:pt x="3167" y="32144"/>
                </a:lnTo>
                <a:lnTo>
                  <a:pt x="2629" y="25715"/>
                </a:lnTo>
                <a:lnTo>
                  <a:pt x="2629" y="32144"/>
                </a:lnTo>
                <a:lnTo>
                  <a:pt x="918" y="32144"/>
                </a:lnTo>
                <a:lnTo>
                  <a:pt x="918" y="17101"/>
                </a:lnTo>
                <a:lnTo>
                  <a:pt x="3705" y="17101"/>
                </a:lnTo>
                <a:lnTo>
                  <a:pt x="4117" y="22200"/>
                </a:lnTo>
                <a:lnTo>
                  <a:pt x="4529" y="17101"/>
                </a:lnTo>
                <a:close/>
                <a:moveTo>
                  <a:pt x="14821" y="17101"/>
                </a:moveTo>
                <a:lnTo>
                  <a:pt x="14821" y="32144"/>
                </a:lnTo>
                <a:lnTo>
                  <a:pt x="13079" y="32144"/>
                </a:lnTo>
                <a:lnTo>
                  <a:pt x="13079" y="25715"/>
                </a:lnTo>
                <a:lnTo>
                  <a:pt x="12573" y="32144"/>
                </a:lnTo>
                <a:lnTo>
                  <a:pt x="10641" y="32144"/>
                </a:lnTo>
                <a:lnTo>
                  <a:pt x="10134" y="25715"/>
                </a:lnTo>
                <a:lnTo>
                  <a:pt x="10134" y="32144"/>
                </a:lnTo>
                <a:lnTo>
                  <a:pt x="8392" y="32144"/>
                </a:lnTo>
                <a:lnTo>
                  <a:pt x="8392" y="17101"/>
                </a:lnTo>
                <a:lnTo>
                  <a:pt x="11179" y="17101"/>
                </a:lnTo>
                <a:lnTo>
                  <a:pt x="11591" y="22200"/>
                </a:lnTo>
                <a:lnTo>
                  <a:pt x="12034" y="17101"/>
                </a:lnTo>
                <a:close/>
                <a:moveTo>
                  <a:pt x="22295" y="17101"/>
                </a:moveTo>
                <a:lnTo>
                  <a:pt x="22295" y="32144"/>
                </a:lnTo>
                <a:lnTo>
                  <a:pt x="20553" y="32144"/>
                </a:lnTo>
                <a:lnTo>
                  <a:pt x="20553" y="25715"/>
                </a:lnTo>
                <a:lnTo>
                  <a:pt x="20047" y="32144"/>
                </a:lnTo>
                <a:lnTo>
                  <a:pt x="18115" y="32144"/>
                </a:lnTo>
                <a:lnTo>
                  <a:pt x="17608" y="25715"/>
                </a:lnTo>
                <a:lnTo>
                  <a:pt x="17608" y="32144"/>
                </a:lnTo>
                <a:lnTo>
                  <a:pt x="15866" y="32144"/>
                </a:lnTo>
                <a:lnTo>
                  <a:pt x="15866" y="17101"/>
                </a:lnTo>
                <a:lnTo>
                  <a:pt x="18653" y="17101"/>
                </a:lnTo>
                <a:lnTo>
                  <a:pt x="19096" y="22200"/>
                </a:lnTo>
                <a:lnTo>
                  <a:pt x="19508" y="17101"/>
                </a:lnTo>
                <a:close/>
                <a:moveTo>
                  <a:pt x="29769" y="17101"/>
                </a:moveTo>
                <a:lnTo>
                  <a:pt x="29769" y="32144"/>
                </a:lnTo>
                <a:lnTo>
                  <a:pt x="28059" y="32144"/>
                </a:lnTo>
                <a:lnTo>
                  <a:pt x="28059" y="25715"/>
                </a:lnTo>
                <a:lnTo>
                  <a:pt x="27520" y="32144"/>
                </a:lnTo>
                <a:lnTo>
                  <a:pt x="25589" y="32144"/>
                </a:lnTo>
                <a:lnTo>
                  <a:pt x="25082" y="25715"/>
                </a:lnTo>
                <a:lnTo>
                  <a:pt x="25082" y="32144"/>
                </a:lnTo>
                <a:lnTo>
                  <a:pt x="23340" y="32144"/>
                </a:lnTo>
                <a:lnTo>
                  <a:pt x="23340" y="17101"/>
                </a:lnTo>
                <a:lnTo>
                  <a:pt x="26159" y="17101"/>
                </a:lnTo>
                <a:lnTo>
                  <a:pt x="26570" y="22200"/>
                </a:lnTo>
                <a:lnTo>
                  <a:pt x="26982" y="17101"/>
                </a:lnTo>
                <a:close/>
                <a:moveTo>
                  <a:pt x="37243" y="17101"/>
                </a:moveTo>
                <a:lnTo>
                  <a:pt x="37243" y="32144"/>
                </a:lnTo>
                <a:lnTo>
                  <a:pt x="35533" y="32144"/>
                </a:lnTo>
                <a:lnTo>
                  <a:pt x="35533" y="25715"/>
                </a:lnTo>
                <a:lnTo>
                  <a:pt x="34994" y="32144"/>
                </a:lnTo>
                <a:lnTo>
                  <a:pt x="33094" y="32144"/>
                </a:lnTo>
                <a:lnTo>
                  <a:pt x="32556" y="25715"/>
                </a:lnTo>
                <a:lnTo>
                  <a:pt x="32556" y="32144"/>
                </a:lnTo>
                <a:lnTo>
                  <a:pt x="30814" y="32144"/>
                </a:lnTo>
                <a:lnTo>
                  <a:pt x="30814" y="17101"/>
                </a:lnTo>
                <a:lnTo>
                  <a:pt x="33633" y="17101"/>
                </a:lnTo>
                <a:lnTo>
                  <a:pt x="34044" y="22200"/>
                </a:lnTo>
                <a:lnTo>
                  <a:pt x="34456" y="17101"/>
                </a:lnTo>
                <a:close/>
                <a:moveTo>
                  <a:pt x="44748" y="17101"/>
                </a:moveTo>
                <a:lnTo>
                  <a:pt x="44748" y="32144"/>
                </a:lnTo>
                <a:lnTo>
                  <a:pt x="43007" y="32144"/>
                </a:lnTo>
                <a:lnTo>
                  <a:pt x="43007" y="25715"/>
                </a:lnTo>
                <a:lnTo>
                  <a:pt x="42468" y="32144"/>
                </a:lnTo>
                <a:lnTo>
                  <a:pt x="40568" y="32144"/>
                </a:lnTo>
                <a:lnTo>
                  <a:pt x="40030" y="25715"/>
                </a:lnTo>
                <a:lnTo>
                  <a:pt x="40030" y="32144"/>
                </a:lnTo>
                <a:lnTo>
                  <a:pt x="38320" y="32144"/>
                </a:lnTo>
                <a:lnTo>
                  <a:pt x="38320" y="17101"/>
                </a:lnTo>
                <a:lnTo>
                  <a:pt x="41106" y="17101"/>
                </a:lnTo>
                <a:lnTo>
                  <a:pt x="41518" y="22200"/>
                </a:lnTo>
                <a:lnTo>
                  <a:pt x="41930" y="17101"/>
                </a:lnTo>
                <a:close/>
                <a:moveTo>
                  <a:pt x="52222" y="17101"/>
                </a:moveTo>
                <a:lnTo>
                  <a:pt x="52222" y="32144"/>
                </a:lnTo>
                <a:lnTo>
                  <a:pt x="50480" y="32144"/>
                </a:lnTo>
                <a:lnTo>
                  <a:pt x="50480" y="25715"/>
                </a:lnTo>
                <a:lnTo>
                  <a:pt x="49942" y="32144"/>
                </a:lnTo>
                <a:lnTo>
                  <a:pt x="48042" y="32144"/>
                </a:lnTo>
                <a:lnTo>
                  <a:pt x="47504" y="25715"/>
                </a:lnTo>
                <a:lnTo>
                  <a:pt x="47504" y="32144"/>
                </a:lnTo>
                <a:lnTo>
                  <a:pt x="45793" y="32144"/>
                </a:lnTo>
                <a:lnTo>
                  <a:pt x="45793" y="17101"/>
                </a:lnTo>
                <a:lnTo>
                  <a:pt x="48580" y="17101"/>
                </a:lnTo>
                <a:lnTo>
                  <a:pt x="48992" y="22200"/>
                </a:lnTo>
                <a:lnTo>
                  <a:pt x="49404" y="17101"/>
                </a:lnTo>
                <a:close/>
                <a:moveTo>
                  <a:pt x="59696" y="17101"/>
                </a:moveTo>
                <a:lnTo>
                  <a:pt x="59696" y="32144"/>
                </a:lnTo>
                <a:lnTo>
                  <a:pt x="57954" y="32144"/>
                </a:lnTo>
                <a:lnTo>
                  <a:pt x="57954" y="25715"/>
                </a:lnTo>
                <a:lnTo>
                  <a:pt x="57448" y="32144"/>
                </a:lnTo>
                <a:lnTo>
                  <a:pt x="55516" y="32144"/>
                </a:lnTo>
                <a:lnTo>
                  <a:pt x="54978" y="25715"/>
                </a:lnTo>
                <a:lnTo>
                  <a:pt x="54978" y="32144"/>
                </a:lnTo>
                <a:lnTo>
                  <a:pt x="53267" y="32144"/>
                </a:lnTo>
                <a:lnTo>
                  <a:pt x="53267" y="17101"/>
                </a:lnTo>
                <a:lnTo>
                  <a:pt x="56054" y="17101"/>
                </a:lnTo>
                <a:lnTo>
                  <a:pt x="56466" y="22200"/>
                </a:lnTo>
                <a:lnTo>
                  <a:pt x="56878" y="17101"/>
                </a:lnTo>
                <a:close/>
                <a:moveTo>
                  <a:pt x="67170" y="17101"/>
                </a:moveTo>
                <a:lnTo>
                  <a:pt x="67170" y="32144"/>
                </a:lnTo>
                <a:lnTo>
                  <a:pt x="65428" y="32144"/>
                </a:lnTo>
                <a:lnTo>
                  <a:pt x="65428" y="25715"/>
                </a:lnTo>
                <a:lnTo>
                  <a:pt x="64922" y="32144"/>
                </a:lnTo>
                <a:lnTo>
                  <a:pt x="62990" y="32144"/>
                </a:lnTo>
                <a:lnTo>
                  <a:pt x="62483" y="25715"/>
                </a:lnTo>
                <a:lnTo>
                  <a:pt x="62483" y="32144"/>
                </a:lnTo>
                <a:lnTo>
                  <a:pt x="60741" y="32144"/>
                </a:lnTo>
                <a:lnTo>
                  <a:pt x="60741" y="17101"/>
                </a:lnTo>
                <a:lnTo>
                  <a:pt x="63528" y="17101"/>
                </a:lnTo>
                <a:lnTo>
                  <a:pt x="63940" y="22200"/>
                </a:lnTo>
                <a:lnTo>
                  <a:pt x="64383" y="17101"/>
                </a:lnTo>
                <a:close/>
                <a:moveTo>
                  <a:pt x="74644" y="17101"/>
                </a:moveTo>
                <a:lnTo>
                  <a:pt x="74644" y="32144"/>
                </a:lnTo>
                <a:lnTo>
                  <a:pt x="72902" y="32144"/>
                </a:lnTo>
                <a:lnTo>
                  <a:pt x="72902" y="25715"/>
                </a:lnTo>
                <a:lnTo>
                  <a:pt x="72395" y="32144"/>
                </a:lnTo>
                <a:lnTo>
                  <a:pt x="70464" y="32144"/>
                </a:lnTo>
                <a:lnTo>
                  <a:pt x="69957" y="25715"/>
                </a:lnTo>
                <a:lnTo>
                  <a:pt x="69957" y="32144"/>
                </a:lnTo>
                <a:lnTo>
                  <a:pt x="68215" y="32144"/>
                </a:lnTo>
                <a:lnTo>
                  <a:pt x="68215" y="17101"/>
                </a:lnTo>
                <a:lnTo>
                  <a:pt x="71002" y="17101"/>
                </a:lnTo>
                <a:lnTo>
                  <a:pt x="71445" y="22200"/>
                </a:lnTo>
                <a:lnTo>
                  <a:pt x="71857" y="17101"/>
                </a:lnTo>
                <a:close/>
                <a:moveTo>
                  <a:pt x="82118" y="17101"/>
                </a:moveTo>
                <a:lnTo>
                  <a:pt x="82118" y="32144"/>
                </a:lnTo>
                <a:lnTo>
                  <a:pt x="80376" y="32144"/>
                </a:lnTo>
                <a:lnTo>
                  <a:pt x="80376" y="25715"/>
                </a:lnTo>
                <a:lnTo>
                  <a:pt x="79869" y="32144"/>
                </a:lnTo>
                <a:lnTo>
                  <a:pt x="77969" y="32144"/>
                </a:lnTo>
                <a:lnTo>
                  <a:pt x="77431" y="25715"/>
                </a:lnTo>
                <a:lnTo>
                  <a:pt x="77431" y="32144"/>
                </a:lnTo>
                <a:lnTo>
                  <a:pt x="75689" y="32144"/>
                </a:lnTo>
                <a:lnTo>
                  <a:pt x="75689" y="17101"/>
                </a:lnTo>
                <a:lnTo>
                  <a:pt x="78508" y="17101"/>
                </a:lnTo>
                <a:lnTo>
                  <a:pt x="78919" y="22200"/>
                </a:lnTo>
                <a:lnTo>
                  <a:pt x="79331" y="17101"/>
                </a:lnTo>
                <a:close/>
                <a:moveTo>
                  <a:pt x="89623" y="17101"/>
                </a:moveTo>
                <a:lnTo>
                  <a:pt x="89623" y="32144"/>
                </a:lnTo>
                <a:lnTo>
                  <a:pt x="87882" y="32144"/>
                </a:lnTo>
                <a:lnTo>
                  <a:pt x="87882" y="25715"/>
                </a:lnTo>
                <a:lnTo>
                  <a:pt x="87343" y="32144"/>
                </a:lnTo>
                <a:lnTo>
                  <a:pt x="85443" y="32144"/>
                </a:lnTo>
                <a:lnTo>
                  <a:pt x="84905" y="25715"/>
                </a:lnTo>
                <a:lnTo>
                  <a:pt x="84905" y="32144"/>
                </a:lnTo>
                <a:lnTo>
                  <a:pt x="83163" y="32144"/>
                </a:lnTo>
                <a:lnTo>
                  <a:pt x="83163" y="17101"/>
                </a:lnTo>
                <a:lnTo>
                  <a:pt x="85982" y="17101"/>
                </a:lnTo>
                <a:lnTo>
                  <a:pt x="86393" y="22200"/>
                </a:lnTo>
                <a:lnTo>
                  <a:pt x="86805" y="17101"/>
                </a:lnTo>
                <a:close/>
                <a:moveTo>
                  <a:pt x="97097" y="17101"/>
                </a:moveTo>
                <a:lnTo>
                  <a:pt x="97097" y="32144"/>
                </a:lnTo>
                <a:lnTo>
                  <a:pt x="95356" y="32144"/>
                </a:lnTo>
                <a:lnTo>
                  <a:pt x="95356" y="25715"/>
                </a:lnTo>
                <a:lnTo>
                  <a:pt x="94817" y="32144"/>
                </a:lnTo>
                <a:lnTo>
                  <a:pt x="92917" y="32144"/>
                </a:lnTo>
                <a:lnTo>
                  <a:pt x="92379" y="25715"/>
                </a:lnTo>
                <a:lnTo>
                  <a:pt x="92379" y="32144"/>
                </a:lnTo>
                <a:lnTo>
                  <a:pt x="90637" y="32144"/>
                </a:lnTo>
                <a:lnTo>
                  <a:pt x="90637" y="17101"/>
                </a:lnTo>
                <a:lnTo>
                  <a:pt x="93455" y="17101"/>
                </a:lnTo>
                <a:lnTo>
                  <a:pt x="93867" y="22200"/>
                </a:lnTo>
                <a:lnTo>
                  <a:pt x="94279" y="17101"/>
                </a:lnTo>
                <a:close/>
                <a:moveTo>
                  <a:pt x="104571" y="17101"/>
                </a:moveTo>
                <a:lnTo>
                  <a:pt x="104571" y="32144"/>
                </a:lnTo>
                <a:lnTo>
                  <a:pt x="102829" y="32144"/>
                </a:lnTo>
                <a:lnTo>
                  <a:pt x="102829" y="25715"/>
                </a:lnTo>
                <a:lnTo>
                  <a:pt x="102323" y="32144"/>
                </a:lnTo>
                <a:lnTo>
                  <a:pt x="100391" y="32144"/>
                </a:lnTo>
                <a:lnTo>
                  <a:pt x="99853" y="25715"/>
                </a:lnTo>
                <a:lnTo>
                  <a:pt x="99853" y="32144"/>
                </a:lnTo>
                <a:lnTo>
                  <a:pt x="98142" y="32144"/>
                </a:lnTo>
                <a:lnTo>
                  <a:pt x="98142" y="17101"/>
                </a:lnTo>
                <a:lnTo>
                  <a:pt x="100929" y="17101"/>
                </a:lnTo>
                <a:lnTo>
                  <a:pt x="101341" y="22200"/>
                </a:lnTo>
                <a:lnTo>
                  <a:pt x="101753" y="17101"/>
                </a:lnTo>
                <a:close/>
                <a:moveTo>
                  <a:pt x="112045" y="17101"/>
                </a:moveTo>
                <a:lnTo>
                  <a:pt x="112045" y="32144"/>
                </a:lnTo>
                <a:lnTo>
                  <a:pt x="110303" y="32144"/>
                </a:lnTo>
                <a:lnTo>
                  <a:pt x="110303" y="25715"/>
                </a:lnTo>
                <a:lnTo>
                  <a:pt x="109797" y="32144"/>
                </a:lnTo>
                <a:lnTo>
                  <a:pt x="107865" y="32144"/>
                </a:lnTo>
                <a:lnTo>
                  <a:pt x="107358" y="25715"/>
                </a:lnTo>
                <a:lnTo>
                  <a:pt x="107358" y="32144"/>
                </a:lnTo>
                <a:lnTo>
                  <a:pt x="105616" y="32144"/>
                </a:lnTo>
                <a:lnTo>
                  <a:pt x="105616" y="17101"/>
                </a:lnTo>
                <a:lnTo>
                  <a:pt x="108403" y="17101"/>
                </a:lnTo>
                <a:lnTo>
                  <a:pt x="108815" y="22200"/>
                </a:lnTo>
                <a:lnTo>
                  <a:pt x="109258" y="17101"/>
                </a:lnTo>
                <a:close/>
                <a:moveTo>
                  <a:pt x="119519" y="17101"/>
                </a:moveTo>
                <a:lnTo>
                  <a:pt x="119519" y="32144"/>
                </a:lnTo>
                <a:lnTo>
                  <a:pt x="117777" y="32144"/>
                </a:lnTo>
                <a:lnTo>
                  <a:pt x="117777" y="25715"/>
                </a:lnTo>
                <a:lnTo>
                  <a:pt x="117271" y="32144"/>
                </a:lnTo>
                <a:lnTo>
                  <a:pt x="115339" y="32144"/>
                </a:lnTo>
                <a:lnTo>
                  <a:pt x="114832" y="25715"/>
                </a:lnTo>
                <a:lnTo>
                  <a:pt x="114832" y="32144"/>
                </a:lnTo>
                <a:lnTo>
                  <a:pt x="113090" y="32144"/>
                </a:lnTo>
                <a:lnTo>
                  <a:pt x="113090" y="17101"/>
                </a:lnTo>
                <a:lnTo>
                  <a:pt x="115877" y="17101"/>
                </a:lnTo>
                <a:lnTo>
                  <a:pt x="116320" y="22200"/>
                </a:lnTo>
                <a:lnTo>
                  <a:pt x="116732" y="17101"/>
                </a:lnTo>
                <a:close/>
                <a:moveTo>
                  <a:pt x="126993" y="17101"/>
                </a:moveTo>
                <a:lnTo>
                  <a:pt x="126993" y="32144"/>
                </a:lnTo>
                <a:lnTo>
                  <a:pt x="125283" y="32144"/>
                </a:lnTo>
                <a:lnTo>
                  <a:pt x="125283" y="25715"/>
                </a:lnTo>
                <a:lnTo>
                  <a:pt x="124744" y="32144"/>
                </a:lnTo>
                <a:lnTo>
                  <a:pt x="122813" y="32144"/>
                </a:lnTo>
                <a:lnTo>
                  <a:pt x="122306" y="25715"/>
                </a:lnTo>
                <a:lnTo>
                  <a:pt x="122306" y="32144"/>
                </a:lnTo>
                <a:lnTo>
                  <a:pt x="120564" y="32144"/>
                </a:lnTo>
                <a:lnTo>
                  <a:pt x="120564" y="17101"/>
                </a:lnTo>
                <a:lnTo>
                  <a:pt x="123351" y="17101"/>
                </a:lnTo>
                <a:lnTo>
                  <a:pt x="123794" y="22200"/>
                </a:lnTo>
                <a:lnTo>
                  <a:pt x="124206" y="17101"/>
                </a:lnTo>
                <a:close/>
                <a:moveTo>
                  <a:pt x="134467" y="17101"/>
                </a:moveTo>
                <a:lnTo>
                  <a:pt x="134467" y="32144"/>
                </a:lnTo>
                <a:lnTo>
                  <a:pt x="132757" y="32144"/>
                </a:lnTo>
                <a:lnTo>
                  <a:pt x="132757" y="25715"/>
                </a:lnTo>
                <a:lnTo>
                  <a:pt x="132218" y="32144"/>
                </a:lnTo>
                <a:lnTo>
                  <a:pt x="130318" y="32144"/>
                </a:lnTo>
                <a:lnTo>
                  <a:pt x="129780" y="25715"/>
                </a:lnTo>
                <a:lnTo>
                  <a:pt x="129780" y="32144"/>
                </a:lnTo>
                <a:lnTo>
                  <a:pt x="128038" y="32144"/>
                </a:lnTo>
                <a:lnTo>
                  <a:pt x="128038" y="17101"/>
                </a:lnTo>
                <a:lnTo>
                  <a:pt x="130857" y="17101"/>
                </a:lnTo>
                <a:lnTo>
                  <a:pt x="131268" y="22200"/>
                </a:lnTo>
                <a:lnTo>
                  <a:pt x="131680" y="17101"/>
                </a:lnTo>
                <a:close/>
                <a:moveTo>
                  <a:pt x="141941" y="17101"/>
                </a:moveTo>
                <a:lnTo>
                  <a:pt x="141941" y="32144"/>
                </a:lnTo>
                <a:lnTo>
                  <a:pt x="140231" y="32144"/>
                </a:lnTo>
                <a:lnTo>
                  <a:pt x="140231" y="25715"/>
                </a:lnTo>
                <a:lnTo>
                  <a:pt x="139692" y="32144"/>
                </a:lnTo>
                <a:lnTo>
                  <a:pt x="137792" y="32144"/>
                </a:lnTo>
                <a:lnTo>
                  <a:pt x="137254" y="25715"/>
                </a:lnTo>
                <a:lnTo>
                  <a:pt x="137254" y="32144"/>
                </a:lnTo>
                <a:lnTo>
                  <a:pt x="135512" y="32144"/>
                </a:lnTo>
                <a:lnTo>
                  <a:pt x="135512" y="17101"/>
                </a:lnTo>
                <a:lnTo>
                  <a:pt x="138330" y="17101"/>
                </a:lnTo>
                <a:lnTo>
                  <a:pt x="138742" y="22200"/>
                </a:lnTo>
                <a:lnTo>
                  <a:pt x="139154" y="17101"/>
                </a:lnTo>
                <a:close/>
                <a:moveTo>
                  <a:pt x="149446" y="17101"/>
                </a:moveTo>
                <a:lnTo>
                  <a:pt x="149446" y="32144"/>
                </a:lnTo>
                <a:lnTo>
                  <a:pt x="147705" y="32144"/>
                </a:lnTo>
                <a:lnTo>
                  <a:pt x="147705" y="25715"/>
                </a:lnTo>
                <a:lnTo>
                  <a:pt x="147166" y="32144"/>
                </a:lnTo>
                <a:lnTo>
                  <a:pt x="145266" y="32144"/>
                </a:lnTo>
                <a:lnTo>
                  <a:pt x="144728" y="25715"/>
                </a:lnTo>
                <a:lnTo>
                  <a:pt x="144728" y="32144"/>
                </a:lnTo>
                <a:lnTo>
                  <a:pt x="142986" y="32144"/>
                </a:lnTo>
                <a:lnTo>
                  <a:pt x="142986" y="17101"/>
                </a:lnTo>
                <a:lnTo>
                  <a:pt x="145804" y="17101"/>
                </a:lnTo>
                <a:lnTo>
                  <a:pt x="146216" y="22200"/>
                </a:lnTo>
                <a:lnTo>
                  <a:pt x="146628" y="17101"/>
                </a:lnTo>
                <a:close/>
                <a:moveTo>
                  <a:pt x="156920" y="17101"/>
                </a:moveTo>
                <a:lnTo>
                  <a:pt x="156920" y="32144"/>
                </a:lnTo>
                <a:lnTo>
                  <a:pt x="155178" y="32144"/>
                </a:lnTo>
                <a:lnTo>
                  <a:pt x="155178" y="25715"/>
                </a:lnTo>
                <a:lnTo>
                  <a:pt x="154640" y="32144"/>
                </a:lnTo>
                <a:lnTo>
                  <a:pt x="152740" y="32144"/>
                </a:lnTo>
                <a:lnTo>
                  <a:pt x="152233" y="25715"/>
                </a:lnTo>
                <a:lnTo>
                  <a:pt x="152233" y="32144"/>
                </a:lnTo>
                <a:lnTo>
                  <a:pt x="150491" y="32144"/>
                </a:lnTo>
                <a:lnTo>
                  <a:pt x="150491" y="17101"/>
                </a:lnTo>
                <a:lnTo>
                  <a:pt x="153278" y="17101"/>
                </a:lnTo>
                <a:lnTo>
                  <a:pt x="153690" y="22200"/>
                </a:lnTo>
                <a:lnTo>
                  <a:pt x="154133" y="17101"/>
                </a:lnTo>
                <a:close/>
                <a:moveTo>
                  <a:pt x="164394" y="17101"/>
                </a:moveTo>
                <a:lnTo>
                  <a:pt x="164394" y="32144"/>
                </a:lnTo>
                <a:lnTo>
                  <a:pt x="162652" y="32144"/>
                </a:lnTo>
                <a:lnTo>
                  <a:pt x="162652" y="25715"/>
                </a:lnTo>
                <a:lnTo>
                  <a:pt x="162146" y="32144"/>
                </a:lnTo>
                <a:lnTo>
                  <a:pt x="160214" y="32144"/>
                </a:lnTo>
                <a:lnTo>
                  <a:pt x="159707" y="25715"/>
                </a:lnTo>
                <a:lnTo>
                  <a:pt x="159707" y="32144"/>
                </a:lnTo>
                <a:lnTo>
                  <a:pt x="157965" y="32144"/>
                </a:lnTo>
                <a:lnTo>
                  <a:pt x="157965" y="17101"/>
                </a:lnTo>
                <a:lnTo>
                  <a:pt x="160752" y="17101"/>
                </a:lnTo>
                <a:lnTo>
                  <a:pt x="161164" y="22200"/>
                </a:lnTo>
                <a:lnTo>
                  <a:pt x="161607" y="17101"/>
                </a:lnTo>
                <a:close/>
                <a:moveTo>
                  <a:pt x="171868" y="17101"/>
                </a:moveTo>
                <a:lnTo>
                  <a:pt x="171868" y="32144"/>
                </a:lnTo>
                <a:lnTo>
                  <a:pt x="170126" y="32144"/>
                </a:lnTo>
                <a:lnTo>
                  <a:pt x="170126" y="25715"/>
                </a:lnTo>
                <a:lnTo>
                  <a:pt x="169620" y="32144"/>
                </a:lnTo>
                <a:lnTo>
                  <a:pt x="167688" y="32144"/>
                </a:lnTo>
                <a:lnTo>
                  <a:pt x="167181" y="25715"/>
                </a:lnTo>
                <a:lnTo>
                  <a:pt x="167181" y="32144"/>
                </a:lnTo>
                <a:lnTo>
                  <a:pt x="165439" y="32144"/>
                </a:lnTo>
                <a:lnTo>
                  <a:pt x="165439" y="17101"/>
                </a:lnTo>
                <a:lnTo>
                  <a:pt x="168226" y="17101"/>
                </a:lnTo>
                <a:lnTo>
                  <a:pt x="168638" y="22200"/>
                </a:lnTo>
                <a:lnTo>
                  <a:pt x="169081" y="17101"/>
                </a:lnTo>
                <a:close/>
                <a:moveTo>
                  <a:pt x="179342" y="17101"/>
                </a:moveTo>
                <a:lnTo>
                  <a:pt x="179342" y="32144"/>
                </a:lnTo>
                <a:lnTo>
                  <a:pt x="177600" y="32144"/>
                </a:lnTo>
                <a:lnTo>
                  <a:pt x="177600" y="25715"/>
                </a:lnTo>
                <a:lnTo>
                  <a:pt x="177093" y="32144"/>
                </a:lnTo>
                <a:lnTo>
                  <a:pt x="175193" y="32144"/>
                </a:lnTo>
                <a:lnTo>
                  <a:pt x="174655" y="25715"/>
                </a:lnTo>
                <a:lnTo>
                  <a:pt x="174655" y="32144"/>
                </a:lnTo>
                <a:lnTo>
                  <a:pt x="172913" y="32144"/>
                </a:lnTo>
                <a:lnTo>
                  <a:pt x="172913" y="17101"/>
                </a:lnTo>
                <a:lnTo>
                  <a:pt x="175732" y="17101"/>
                </a:lnTo>
                <a:lnTo>
                  <a:pt x="176143" y="22200"/>
                </a:lnTo>
                <a:lnTo>
                  <a:pt x="176555" y="17101"/>
                </a:lnTo>
                <a:close/>
                <a:moveTo>
                  <a:pt x="186816" y="17101"/>
                </a:moveTo>
                <a:lnTo>
                  <a:pt x="186816" y="32144"/>
                </a:lnTo>
                <a:lnTo>
                  <a:pt x="185106" y="32144"/>
                </a:lnTo>
                <a:lnTo>
                  <a:pt x="185106" y="25715"/>
                </a:lnTo>
                <a:lnTo>
                  <a:pt x="184567" y="32144"/>
                </a:lnTo>
                <a:lnTo>
                  <a:pt x="182667" y="32144"/>
                </a:lnTo>
                <a:lnTo>
                  <a:pt x="182129" y="25715"/>
                </a:lnTo>
                <a:lnTo>
                  <a:pt x="182129" y="32144"/>
                </a:lnTo>
                <a:lnTo>
                  <a:pt x="180387" y="32144"/>
                </a:lnTo>
                <a:lnTo>
                  <a:pt x="180387" y="17101"/>
                </a:lnTo>
                <a:lnTo>
                  <a:pt x="183206" y="17101"/>
                </a:lnTo>
                <a:lnTo>
                  <a:pt x="183617" y="22200"/>
                </a:lnTo>
                <a:lnTo>
                  <a:pt x="184029" y="17101"/>
                </a:lnTo>
                <a:close/>
                <a:moveTo>
                  <a:pt x="194321" y="17101"/>
                </a:moveTo>
                <a:lnTo>
                  <a:pt x="194321" y="32144"/>
                </a:lnTo>
                <a:lnTo>
                  <a:pt x="192580" y="32144"/>
                </a:lnTo>
                <a:lnTo>
                  <a:pt x="192580" y="25715"/>
                </a:lnTo>
                <a:lnTo>
                  <a:pt x="192041" y="32144"/>
                </a:lnTo>
                <a:lnTo>
                  <a:pt x="190141" y="32144"/>
                </a:lnTo>
                <a:lnTo>
                  <a:pt x="189603" y="25715"/>
                </a:lnTo>
                <a:lnTo>
                  <a:pt x="189603" y="32144"/>
                </a:lnTo>
                <a:lnTo>
                  <a:pt x="187861" y="32144"/>
                </a:lnTo>
                <a:lnTo>
                  <a:pt x="187861" y="17101"/>
                </a:lnTo>
                <a:lnTo>
                  <a:pt x="190679" y="17101"/>
                </a:lnTo>
                <a:lnTo>
                  <a:pt x="191091" y="22200"/>
                </a:lnTo>
                <a:lnTo>
                  <a:pt x="191503" y="17101"/>
                </a:lnTo>
                <a:close/>
                <a:moveTo>
                  <a:pt x="201795" y="17101"/>
                </a:moveTo>
                <a:lnTo>
                  <a:pt x="201795" y="32144"/>
                </a:lnTo>
                <a:lnTo>
                  <a:pt x="200054" y="32144"/>
                </a:lnTo>
                <a:lnTo>
                  <a:pt x="200054" y="25715"/>
                </a:lnTo>
                <a:lnTo>
                  <a:pt x="199515" y="32144"/>
                </a:lnTo>
                <a:lnTo>
                  <a:pt x="197615" y="32144"/>
                </a:lnTo>
                <a:lnTo>
                  <a:pt x="197077" y="25715"/>
                </a:lnTo>
                <a:lnTo>
                  <a:pt x="197077" y="32144"/>
                </a:lnTo>
                <a:lnTo>
                  <a:pt x="195366" y="32144"/>
                </a:lnTo>
                <a:lnTo>
                  <a:pt x="195366" y="17101"/>
                </a:lnTo>
                <a:lnTo>
                  <a:pt x="198153" y="17101"/>
                </a:lnTo>
                <a:lnTo>
                  <a:pt x="198565" y="22200"/>
                </a:lnTo>
                <a:lnTo>
                  <a:pt x="198977" y="17101"/>
                </a:lnTo>
                <a:close/>
                <a:moveTo>
                  <a:pt x="209269" y="17101"/>
                </a:moveTo>
                <a:lnTo>
                  <a:pt x="209269" y="32144"/>
                </a:lnTo>
                <a:lnTo>
                  <a:pt x="207527" y="32144"/>
                </a:lnTo>
                <a:lnTo>
                  <a:pt x="207527" y="25715"/>
                </a:lnTo>
                <a:lnTo>
                  <a:pt x="207021" y="32144"/>
                </a:lnTo>
                <a:lnTo>
                  <a:pt x="205089" y="32144"/>
                </a:lnTo>
                <a:lnTo>
                  <a:pt x="204582" y="25715"/>
                </a:lnTo>
                <a:lnTo>
                  <a:pt x="204582" y="32144"/>
                </a:lnTo>
                <a:lnTo>
                  <a:pt x="202840" y="32144"/>
                </a:lnTo>
                <a:lnTo>
                  <a:pt x="202840" y="17101"/>
                </a:lnTo>
                <a:lnTo>
                  <a:pt x="205627" y="17101"/>
                </a:lnTo>
                <a:lnTo>
                  <a:pt x="206039" y="22200"/>
                </a:lnTo>
                <a:lnTo>
                  <a:pt x="206451" y="17101"/>
                </a:lnTo>
                <a:close/>
                <a:moveTo>
                  <a:pt x="216743" y="17101"/>
                </a:moveTo>
                <a:lnTo>
                  <a:pt x="216743" y="32144"/>
                </a:lnTo>
                <a:lnTo>
                  <a:pt x="215001" y="32144"/>
                </a:lnTo>
                <a:lnTo>
                  <a:pt x="215001" y="25715"/>
                </a:lnTo>
                <a:lnTo>
                  <a:pt x="214495" y="32144"/>
                </a:lnTo>
                <a:lnTo>
                  <a:pt x="212563" y="32144"/>
                </a:lnTo>
                <a:lnTo>
                  <a:pt x="212056" y="25715"/>
                </a:lnTo>
                <a:lnTo>
                  <a:pt x="212056" y="32144"/>
                </a:lnTo>
                <a:lnTo>
                  <a:pt x="210314" y="32144"/>
                </a:lnTo>
                <a:lnTo>
                  <a:pt x="210314" y="17101"/>
                </a:lnTo>
                <a:lnTo>
                  <a:pt x="213101" y="17101"/>
                </a:lnTo>
                <a:lnTo>
                  <a:pt x="213513" y="22200"/>
                </a:lnTo>
                <a:lnTo>
                  <a:pt x="213956" y="17101"/>
                </a:lnTo>
                <a:close/>
                <a:moveTo>
                  <a:pt x="224217" y="17101"/>
                </a:moveTo>
                <a:lnTo>
                  <a:pt x="224217" y="32144"/>
                </a:lnTo>
                <a:lnTo>
                  <a:pt x="222475" y="32144"/>
                </a:lnTo>
                <a:lnTo>
                  <a:pt x="222475" y="25715"/>
                </a:lnTo>
                <a:lnTo>
                  <a:pt x="221969" y="32144"/>
                </a:lnTo>
                <a:lnTo>
                  <a:pt x="220037" y="32144"/>
                </a:lnTo>
                <a:lnTo>
                  <a:pt x="219530" y="25715"/>
                </a:lnTo>
                <a:lnTo>
                  <a:pt x="219530" y="32144"/>
                </a:lnTo>
                <a:lnTo>
                  <a:pt x="217788" y="32144"/>
                </a:lnTo>
                <a:lnTo>
                  <a:pt x="217788" y="17101"/>
                </a:lnTo>
                <a:lnTo>
                  <a:pt x="220575" y="17101"/>
                </a:lnTo>
                <a:lnTo>
                  <a:pt x="221018" y="22200"/>
                </a:lnTo>
                <a:lnTo>
                  <a:pt x="221430" y="17101"/>
                </a:lnTo>
                <a:close/>
                <a:moveTo>
                  <a:pt x="231691" y="17101"/>
                </a:moveTo>
                <a:lnTo>
                  <a:pt x="231691" y="32144"/>
                </a:lnTo>
                <a:lnTo>
                  <a:pt x="229981" y="32144"/>
                </a:lnTo>
                <a:lnTo>
                  <a:pt x="229981" y="25715"/>
                </a:lnTo>
                <a:lnTo>
                  <a:pt x="229442" y="32144"/>
                </a:lnTo>
                <a:lnTo>
                  <a:pt x="227542" y="32144"/>
                </a:lnTo>
                <a:lnTo>
                  <a:pt x="227004" y="25715"/>
                </a:lnTo>
                <a:lnTo>
                  <a:pt x="227004" y="32144"/>
                </a:lnTo>
                <a:lnTo>
                  <a:pt x="225262" y="32144"/>
                </a:lnTo>
                <a:lnTo>
                  <a:pt x="225262" y="17101"/>
                </a:lnTo>
                <a:lnTo>
                  <a:pt x="228049" y="17101"/>
                </a:lnTo>
                <a:lnTo>
                  <a:pt x="228492" y="22200"/>
                </a:lnTo>
                <a:lnTo>
                  <a:pt x="228904" y="17101"/>
                </a:lnTo>
                <a:close/>
                <a:moveTo>
                  <a:pt x="239165" y="17101"/>
                </a:moveTo>
                <a:lnTo>
                  <a:pt x="239165" y="32144"/>
                </a:lnTo>
                <a:lnTo>
                  <a:pt x="237455" y="32144"/>
                </a:lnTo>
                <a:lnTo>
                  <a:pt x="237455" y="25715"/>
                </a:lnTo>
                <a:lnTo>
                  <a:pt x="236916" y="32144"/>
                </a:lnTo>
                <a:lnTo>
                  <a:pt x="235016" y="32144"/>
                </a:lnTo>
                <a:lnTo>
                  <a:pt x="234478" y="25715"/>
                </a:lnTo>
                <a:lnTo>
                  <a:pt x="234478" y="32144"/>
                </a:lnTo>
                <a:lnTo>
                  <a:pt x="232736" y="32144"/>
                </a:lnTo>
                <a:lnTo>
                  <a:pt x="232736" y="17101"/>
                </a:lnTo>
                <a:lnTo>
                  <a:pt x="235555" y="17101"/>
                </a:lnTo>
                <a:lnTo>
                  <a:pt x="235966" y="22200"/>
                </a:lnTo>
                <a:lnTo>
                  <a:pt x="236378" y="17101"/>
                </a:lnTo>
                <a:close/>
                <a:moveTo>
                  <a:pt x="246670" y="17101"/>
                </a:moveTo>
                <a:lnTo>
                  <a:pt x="246670" y="32144"/>
                </a:lnTo>
                <a:lnTo>
                  <a:pt x="244929" y="32144"/>
                </a:lnTo>
                <a:lnTo>
                  <a:pt x="244929" y="25715"/>
                </a:lnTo>
                <a:lnTo>
                  <a:pt x="244390" y="32144"/>
                </a:lnTo>
                <a:lnTo>
                  <a:pt x="242490" y="32144"/>
                </a:lnTo>
                <a:lnTo>
                  <a:pt x="241952" y="25715"/>
                </a:lnTo>
                <a:lnTo>
                  <a:pt x="241952" y="32144"/>
                </a:lnTo>
                <a:lnTo>
                  <a:pt x="240242" y="32144"/>
                </a:lnTo>
                <a:lnTo>
                  <a:pt x="240242" y="17101"/>
                </a:lnTo>
                <a:lnTo>
                  <a:pt x="243028" y="17101"/>
                </a:lnTo>
                <a:lnTo>
                  <a:pt x="243440" y="22200"/>
                </a:lnTo>
                <a:lnTo>
                  <a:pt x="243852" y="17101"/>
                </a:lnTo>
                <a:close/>
                <a:moveTo>
                  <a:pt x="254144" y="17101"/>
                </a:moveTo>
                <a:lnTo>
                  <a:pt x="254144" y="32144"/>
                </a:lnTo>
                <a:lnTo>
                  <a:pt x="252402" y="32144"/>
                </a:lnTo>
                <a:lnTo>
                  <a:pt x="252402" y="25715"/>
                </a:lnTo>
                <a:lnTo>
                  <a:pt x="251864" y="32144"/>
                </a:lnTo>
                <a:lnTo>
                  <a:pt x="249964" y="32144"/>
                </a:lnTo>
                <a:lnTo>
                  <a:pt x="249426" y="25715"/>
                </a:lnTo>
                <a:lnTo>
                  <a:pt x="249426" y="32144"/>
                </a:lnTo>
                <a:lnTo>
                  <a:pt x="247715" y="32144"/>
                </a:lnTo>
                <a:lnTo>
                  <a:pt x="247715" y="17101"/>
                </a:lnTo>
                <a:lnTo>
                  <a:pt x="250502" y="17101"/>
                </a:lnTo>
                <a:lnTo>
                  <a:pt x="250914" y="22200"/>
                </a:lnTo>
                <a:lnTo>
                  <a:pt x="251326" y="17101"/>
                </a:lnTo>
                <a:close/>
                <a:moveTo>
                  <a:pt x="261618" y="17101"/>
                </a:moveTo>
                <a:lnTo>
                  <a:pt x="261618" y="32144"/>
                </a:lnTo>
                <a:lnTo>
                  <a:pt x="259876" y="32144"/>
                </a:lnTo>
                <a:lnTo>
                  <a:pt x="259876" y="25715"/>
                </a:lnTo>
                <a:lnTo>
                  <a:pt x="259338" y="32144"/>
                </a:lnTo>
                <a:lnTo>
                  <a:pt x="257438" y="32144"/>
                </a:lnTo>
                <a:lnTo>
                  <a:pt x="256899" y="25715"/>
                </a:lnTo>
                <a:lnTo>
                  <a:pt x="256899" y="32144"/>
                </a:lnTo>
                <a:lnTo>
                  <a:pt x="255189" y="32144"/>
                </a:lnTo>
                <a:lnTo>
                  <a:pt x="255189" y="17101"/>
                </a:lnTo>
                <a:lnTo>
                  <a:pt x="257976" y="17101"/>
                </a:lnTo>
                <a:lnTo>
                  <a:pt x="258388" y="22200"/>
                </a:lnTo>
                <a:lnTo>
                  <a:pt x="258831" y="17101"/>
                </a:lnTo>
                <a:close/>
                <a:moveTo>
                  <a:pt x="269092" y="17101"/>
                </a:moveTo>
                <a:lnTo>
                  <a:pt x="269092" y="32144"/>
                </a:lnTo>
                <a:lnTo>
                  <a:pt x="267350" y="32144"/>
                </a:lnTo>
                <a:lnTo>
                  <a:pt x="267350" y="25715"/>
                </a:lnTo>
                <a:lnTo>
                  <a:pt x="266844" y="32144"/>
                </a:lnTo>
                <a:lnTo>
                  <a:pt x="264912" y="32144"/>
                </a:lnTo>
                <a:lnTo>
                  <a:pt x="264405" y="25715"/>
                </a:lnTo>
                <a:lnTo>
                  <a:pt x="264405" y="32144"/>
                </a:lnTo>
                <a:lnTo>
                  <a:pt x="262663" y="32144"/>
                </a:lnTo>
                <a:lnTo>
                  <a:pt x="262663" y="17101"/>
                </a:lnTo>
                <a:lnTo>
                  <a:pt x="265450" y="17101"/>
                </a:lnTo>
                <a:lnTo>
                  <a:pt x="265862" y="22200"/>
                </a:lnTo>
                <a:lnTo>
                  <a:pt x="266305" y="17101"/>
                </a:lnTo>
                <a:close/>
                <a:moveTo>
                  <a:pt x="276566" y="17101"/>
                </a:moveTo>
                <a:lnTo>
                  <a:pt x="276566" y="32144"/>
                </a:lnTo>
                <a:lnTo>
                  <a:pt x="274824" y="32144"/>
                </a:lnTo>
                <a:lnTo>
                  <a:pt x="274824" y="25715"/>
                </a:lnTo>
                <a:lnTo>
                  <a:pt x="274317" y="32144"/>
                </a:lnTo>
                <a:lnTo>
                  <a:pt x="272386" y="32144"/>
                </a:lnTo>
                <a:lnTo>
                  <a:pt x="271879" y="25715"/>
                </a:lnTo>
                <a:lnTo>
                  <a:pt x="271879" y="32144"/>
                </a:lnTo>
                <a:lnTo>
                  <a:pt x="270137" y="32144"/>
                </a:lnTo>
                <a:lnTo>
                  <a:pt x="270137" y="17101"/>
                </a:lnTo>
                <a:lnTo>
                  <a:pt x="272924" y="17101"/>
                </a:lnTo>
                <a:lnTo>
                  <a:pt x="273367" y="22200"/>
                </a:lnTo>
                <a:lnTo>
                  <a:pt x="273779" y="17101"/>
                </a:lnTo>
                <a:close/>
                <a:moveTo>
                  <a:pt x="284040" y="17101"/>
                </a:moveTo>
                <a:lnTo>
                  <a:pt x="284040" y="32144"/>
                </a:lnTo>
                <a:lnTo>
                  <a:pt x="282298" y="32144"/>
                </a:lnTo>
                <a:lnTo>
                  <a:pt x="282298" y="25715"/>
                </a:lnTo>
                <a:lnTo>
                  <a:pt x="281791" y="32144"/>
                </a:lnTo>
                <a:lnTo>
                  <a:pt x="279860" y="32144"/>
                </a:lnTo>
                <a:lnTo>
                  <a:pt x="279353" y="25715"/>
                </a:lnTo>
                <a:lnTo>
                  <a:pt x="279353" y="32144"/>
                </a:lnTo>
                <a:lnTo>
                  <a:pt x="277611" y="32144"/>
                </a:lnTo>
                <a:lnTo>
                  <a:pt x="277611" y="17101"/>
                </a:lnTo>
                <a:lnTo>
                  <a:pt x="280430" y="17101"/>
                </a:lnTo>
                <a:lnTo>
                  <a:pt x="280841" y="22200"/>
                </a:lnTo>
                <a:lnTo>
                  <a:pt x="281253" y="17101"/>
                </a:lnTo>
                <a:close/>
                <a:moveTo>
                  <a:pt x="7347" y="32967"/>
                </a:moveTo>
                <a:lnTo>
                  <a:pt x="7347" y="48010"/>
                </a:lnTo>
                <a:lnTo>
                  <a:pt x="5605" y="48010"/>
                </a:lnTo>
                <a:lnTo>
                  <a:pt x="5605" y="41581"/>
                </a:lnTo>
                <a:lnTo>
                  <a:pt x="5099" y="48010"/>
                </a:lnTo>
                <a:lnTo>
                  <a:pt x="3167" y="48010"/>
                </a:lnTo>
                <a:lnTo>
                  <a:pt x="2629" y="41581"/>
                </a:lnTo>
                <a:lnTo>
                  <a:pt x="2629" y="48010"/>
                </a:lnTo>
                <a:lnTo>
                  <a:pt x="918" y="48010"/>
                </a:lnTo>
                <a:lnTo>
                  <a:pt x="918" y="32967"/>
                </a:lnTo>
                <a:lnTo>
                  <a:pt x="3705" y="32967"/>
                </a:lnTo>
                <a:lnTo>
                  <a:pt x="4117" y="38098"/>
                </a:lnTo>
                <a:lnTo>
                  <a:pt x="4529" y="32967"/>
                </a:lnTo>
                <a:close/>
                <a:moveTo>
                  <a:pt x="14821" y="32967"/>
                </a:moveTo>
                <a:lnTo>
                  <a:pt x="14821" y="48010"/>
                </a:lnTo>
                <a:lnTo>
                  <a:pt x="13079" y="48010"/>
                </a:lnTo>
                <a:lnTo>
                  <a:pt x="13079" y="41581"/>
                </a:lnTo>
                <a:lnTo>
                  <a:pt x="12573" y="48010"/>
                </a:lnTo>
                <a:lnTo>
                  <a:pt x="10641" y="48010"/>
                </a:lnTo>
                <a:lnTo>
                  <a:pt x="10134" y="41581"/>
                </a:lnTo>
                <a:lnTo>
                  <a:pt x="10134" y="48010"/>
                </a:lnTo>
                <a:lnTo>
                  <a:pt x="8392" y="48010"/>
                </a:lnTo>
                <a:lnTo>
                  <a:pt x="8392" y="32967"/>
                </a:lnTo>
                <a:lnTo>
                  <a:pt x="11179" y="32967"/>
                </a:lnTo>
                <a:lnTo>
                  <a:pt x="11591" y="38098"/>
                </a:lnTo>
                <a:lnTo>
                  <a:pt x="12034" y="32967"/>
                </a:lnTo>
                <a:close/>
                <a:moveTo>
                  <a:pt x="22295" y="32967"/>
                </a:moveTo>
                <a:lnTo>
                  <a:pt x="22295" y="48010"/>
                </a:lnTo>
                <a:lnTo>
                  <a:pt x="20553" y="48010"/>
                </a:lnTo>
                <a:lnTo>
                  <a:pt x="20553" y="41581"/>
                </a:lnTo>
                <a:lnTo>
                  <a:pt x="20047" y="48010"/>
                </a:lnTo>
                <a:lnTo>
                  <a:pt x="18115" y="48010"/>
                </a:lnTo>
                <a:lnTo>
                  <a:pt x="17608" y="41581"/>
                </a:lnTo>
                <a:lnTo>
                  <a:pt x="17608" y="48010"/>
                </a:lnTo>
                <a:lnTo>
                  <a:pt x="15866" y="48010"/>
                </a:lnTo>
                <a:lnTo>
                  <a:pt x="15866" y="32967"/>
                </a:lnTo>
                <a:lnTo>
                  <a:pt x="18653" y="32967"/>
                </a:lnTo>
                <a:lnTo>
                  <a:pt x="19096" y="38098"/>
                </a:lnTo>
                <a:lnTo>
                  <a:pt x="19508" y="32967"/>
                </a:lnTo>
                <a:close/>
                <a:moveTo>
                  <a:pt x="29769" y="32967"/>
                </a:moveTo>
                <a:lnTo>
                  <a:pt x="29769" y="48010"/>
                </a:lnTo>
                <a:lnTo>
                  <a:pt x="28059" y="48010"/>
                </a:lnTo>
                <a:lnTo>
                  <a:pt x="28059" y="41581"/>
                </a:lnTo>
                <a:lnTo>
                  <a:pt x="27520" y="48010"/>
                </a:lnTo>
                <a:lnTo>
                  <a:pt x="25589" y="48010"/>
                </a:lnTo>
                <a:lnTo>
                  <a:pt x="25082" y="41581"/>
                </a:lnTo>
                <a:lnTo>
                  <a:pt x="25082" y="48010"/>
                </a:lnTo>
                <a:lnTo>
                  <a:pt x="23340" y="48010"/>
                </a:lnTo>
                <a:lnTo>
                  <a:pt x="23340" y="32967"/>
                </a:lnTo>
                <a:lnTo>
                  <a:pt x="26159" y="32967"/>
                </a:lnTo>
                <a:lnTo>
                  <a:pt x="26570" y="38098"/>
                </a:lnTo>
                <a:lnTo>
                  <a:pt x="26982" y="32967"/>
                </a:lnTo>
                <a:close/>
                <a:moveTo>
                  <a:pt x="37243" y="32967"/>
                </a:moveTo>
                <a:lnTo>
                  <a:pt x="37243" y="48010"/>
                </a:lnTo>
                <a:lnTo>
                  <a:pt x="35533" y="48010"/>
                </a:lnTo>
                <a:lnTo>
                  <a:pt x="35533" y="41581"/>
                </a:lnTo>
                <a:lnTo>
                  <a:pt x="34994" y="48010"/>
                </a:lnTo>
                <a:lnTo>
                  <a:pt x="33094" y="48010"/>
                </a:lnTo>
                <a:lnTo>
                  <a:pt x="32556" y="41581"/>
                </a:lnTo>
                <a:lnTo>
                  <a:pt x="32556" y="48010"/>
                </a:lnTo>
                <a:lnTo>
                  <a:pt x="30814" y="48010"/>
                </a:lnTo>
                <a:lnTo>
                  <a:pt x="30814" y="32967"/>
                </a:lnTo>
                <a:lnTo>
                  <a:pt x="33633" y="32967"/>
                </a:lnTo>
                <a:lnTo>
                  <a:pt x="34044" y="38098"/>
                </a:lnTo>
                <a:lnTo>
                  <a:pt x="34456" y="32967"/>
                </a:lnTo>
                <a:close/>
                <a:moveTo>
                  <a:pt x="44748" y="32967"/>
                </a:moveTo>
                <a:lnTo>
                  <a:pt x="44748" y="48010"/>
                </a:lnTo>
                <a:lnTo>
                  <a:pt x="43007" y="48010"/>
                </a:lnTo>
                <a:lnTo>
                  <a:pt x="43007" y="41581"/>
                </a:lnTo>
                <a:lnTo>
                  <a:pt x="42468" y="48010"/>
                </a:lnTo>
                <a:lnTo>
                  <a:pt x="40568" y="48010"/>
                </a:lnTo>
                <a:lnTo>
                  <a:pt x="40030" y="41581"/>
                </a:lnTo>
                <a:lnTo>
                  <a:pt x="40030" y="48010"/>
                </a:lnTo>
                <a:lnTo>
                  <a:pt x="38320" y="48010"/>
                </a:lnTo>
                <a:lnTo>
                  <a:pt x="38320" y="32967"/>
                </a:lnTo>
                <a:lnTo>
                  <a:pt x="41106" y="32967"/>
                </a:lnTo>
                <a:lnTo>
                  <a:pt x="41518" y="38098"/>
                </a:lnTo>
                <a:lnTo>
                  <a:pt x="41930" y="32967"/>
                </a:lnTo>
                <a:close/>
                <a:moveTo>
                  <a:pt x="52222" y="32967"/>
                </a:moveTo>
                <a:lnTo>
                  <a:pt x="52222" y="48010"/>
                </a:lnTo>
                <a:lnTo>
                  <a:pt x="50480" y="48010"/>
                </a:lnTo>
                <a:lnTo>
                  <a:pt x="50480" y="41581"/>
                </a:lnTo>
                <a:lnTo>
                  <a:pt x="49942" y="48010"/>
                </a:lnTo>
                <a:lnTo>
                  <a:pt x="48042" y="48010"/>
                </a:lnTo>
                <a:lnTo>
                  <a:pt x="47504" y="41581"/>
                </a:lnTo>
                <a:lnTo>
                  <a:pt x="47504" y="48010"/>
                </a:lnTo>
                <a:lnTo>
                  <a:pt x="45793" y="48010"/>
                </a:lnTo>
                <a:lnTo>
                  <a:pt x="45793" y="32967"/>
                </a:lnTo>
                <a:lnTo>
                  <a:pt x="48580" y="32967"/>
                </a:lnTo>
                <a:lnTo>
                  <a:pt x="48992" y="38098"/>
                </a:lnTo>
                <a:lnTo>
                  <a:pt x="49404" y="32967"/>
                </a:lnTo>
                <a:close/>
                <a:moveTo>
                  <a:pt x="59696" y="32967"/>
                </a:moveTo>
                <a:lnTo>
                  <a:pt x="59696" y="48010"/>
                </a:lnTo>
                <a:lnTo>
                  <a:pt x="57954" y="48010"/>
                </a:lnTo>
                <a:lnTo>
                  <a:pt x="57954" y="41581"/>
                </a:lnTo>
                <a:lnTo>
                  <a:pt x="57448" y="48010"/>
                </a:lnTo>
                <a:lnTo>
                  <a:pt x="55516" y="48010"/>
                </a:lnTo>
                <a:lnTo>
                  <a:pt x="54978" y="41581"/>
                </a:lnTo>
                <a:lnTo>
                  <a:pt x="54978" y="48010"/>
                </a:lnTo>
                <a:lnTo>
                  <a:pt x="53267" y="48010"/>
                </a:lnTo>
                <a:lnTo>
                  <a:pt x="53267" y="32967"/>
                </a:lnTo>
                <a:lnTo>
                  <a:pt x="56054" y="32967"/>
                </a:lnTo>
                <a:lnTo>
                  <a:pt x="56466" y="38098"/>
                </a:lnTo>
                <a:lnTo>
                  <a:pt x="56878" y="32967"/>
                </a:lnTo>
                <a:close/>
                <a:moveTo>
                  <a:pt x="67170" y="32967"/>
                </a:moveTo>
                <a:lnTo>
                  <a:pt x="67170" y="48010"/>
                </a:lnTo>
                <a:lnTo>
                  <a:pt x="65428" y="48010"/>
                </a:lnTo>
                <a:lnTo>
                  <a:pt x="65428" y="41581"/>
                </a:lnTo>
                <a:lnTo>
                  <a:pt x="64922" y="48010"/>
                </a:lnTo>
                <a:lnTo>
                  <a:pt x="62990" y="48010"/>
                </a:lnTo>
                <a:lnTo>
                  <a:pt x="62483" y="41581"/>
                </a:lnTo>
                <a:lnTo>
                  <a:pt x="62483" y="48010"/>
                </a:lnTo>
                <a:lnTo>
                  <a:pt x="60741" y="48010"/>
                </a:lnTo>
                <a:lnTo>
                  <a:pt x="60741" y="32967"/>
                </a:lnTo>
                <a:lnTo>
                  <a:pt x="63528" y="32967"/>
                </a:lnTo>
                <a:lnTo>
                  <a:pt x="63940" y="38098"/>
                </a:lnTo>
                <a:lnTo>
                  <a:pt x="64383" y="32967"/>
                </a:lnTo>
                <a:close/>
                <a:moveTo>
                  <a:pt x="74644" y="32967"/>
                </a:moveTo>
                <a:lnTo>
                  <a:pt x="74644" y="48010"/>
                </a:lnTo>
                <a:lnTo>
                  <a:pt x="72902" y="48010"/>
                </a:lnTo>
                <a:lnTo>
                  <a:pt x="72902" y="41581"/>
                </a:lnTo>
                <a:lnTo>
                  <a:pt x="72395" y="48010"/>
                </a:lnTo>
                <a:lnTo>
                  <a:pt x="70464" y="48010"/>
                </a:lnTo>
                <a:lnTo>
                  <a:pt x="69957" y="41581"/>
                </a:lnTo>
                <a:lnTo>
                  <a:pt x="69957" y="48010"/>
                </a:lnTo>
                <a:lnTo>
                  <a:pt x="68215" y="48010"/>
                </a:lnTo>
                <a:lnTo>
                  <a:pt x="68215" y="32967"/>
                </a:lnTo>
                <a:lnTo>
                  <a:pt x="71002" y="32967"/>
                </a:lnTo>
                <a:lnTo>
                  <a:pt x="71445" y="38098"/>
                </a:lnTo>
                <a:lnTo>
                  <a:pt x="71857" y="32967"/>
                </a:lnTo>
                <a:close/>
                <a:moveTo>
                  <a:pt x="82118" y="32967"/>
                </a:moveTo>
                <a:lnTo>
                  <a:pt x="82118" y="48010"/>
                </a:lnTo>
                <a:lnTo>
                  <a:pt x="80376" y="48010"/>
                </a:lnTo>
                <a:lnTo>
                  <a:pt x="80376" y="41581"/>
                </a:lnTo>
                <a:lnTo>
                  <a:pt x="79869" y="48010"/>
                </a:lnTo>
                <a:lnTo>
                  <a:pt x="77969" y="48010"/>
                </a:lnTo>
                <a:lnTo>
                  <a:pt x="77431" y="41581"/>
                </a:lnTo>
                <a:lnTo>
                  <a:pt x="77431" y="48010"/>
                </a:lnTo>
                <a:lnTo>
                  <a:pt x="75689" y="48010"/>
                </a:lnTo>
                <a:lnTo>
                  <a:pt x="75689" y="32967"/>
                </a:lnTo>
                <a:lnTo>
                  <a:pt x="78508" y="32967"/>
                </a:lnTo>
                <a:lnTo>
                  <a:pt x="78919" y="38098"/>
                </a:lnTo>
                <a:lnTo>
                  <a:pt x="79331" y="32967"/>
                </a:lnTo>
                <a:close/>
                <a:moveTo>
                  <a:pt x="89623" y="32967"/>
                </a:moveTo>
                <a:lnTo>
                  <a:pt x="89623" y="48010"/>
                </a:lnTo>
                <a:lnTo>
                  <a:pt x="87882" y="48010"/>
                </a:lnTo>
                <a:lnTo>
                  <a:pt x="87882" y="41581"/>
                </a:lnTo>
                <a:lnTo>
                  <a:pt x="87343" y="48010"/>
                </a:lnTo>
                <a:lnTo>
                  <a:pt x="85443" y="48010"/>
                </a:lnTo>
                <a:lnTo>
                  <a:pt x="84905" y="41581"/>
                </a:lnTo>
                <a:lnTo>
                  <a:pt x="84905" y="48010"/>
                </a:lnTo>
                <a:lnTo>
                  <a:pt x="83163" y="48010"/>
                </a:lnTo>
                <a:lnTo>
                  <a:pt x="83163" y="32967"/>
                </a:lnTo>
                <a:lnTo>
                  <a:pt x="85982" y="32967"/>
                </a:lnTo>
                <a:lnTo>
                  <a:pt x="86393" y="38098"/>
                </a:lnTo>
                <a:lnTo>
                  <a:pt x="86805" y="32967"/>
                </a:lnTo>
                <a:close/>
                <a:moveTo>
                  <a:pt x="97097" y="32967"/>
                </a:moveTo>
                <a:lnTo>
                  <a:pt x="97097" y="48010"/>
                </a:lnTo>
                <a:lnTo>
                  <a:pt x="95356" y="48010"/>
                </a:lnTo>
                <a:lnTo>
                  <a:pt x="95356" y="41581"/>
                </a:lnTo>
                <a:lnTo>
                  <a:pt x="94817" y="48010"/>
                </a:lnTo>
                <a:lnTo>
                  <a:pt x="92917" y="48010"/>
                </a:lnTo>
                <a:lnTo>
                  <a:pt x="92379" y="41581"/>
                </a:lnTo>
                <a:lnTo>
                  <a:pt x="92379" y="48010"/>
                </a:lnTo>
                <a:lnTo>
                  <a:pt x="90637" y="48010"/>
                </a:lnTo>
                <a:lnTo>
                  <a:pt x="90637" y="32967"/>
                </a:lnTo>
                <a:lnTo>
                  <a:pt x="93455" y="32967"/>
                </a:lnTo>
                <a:lnTo>
                  <a:pt x="93867" y="38098"/>
                </a:lnTo>
                <a:lnTo>
                  <a:pt x="94279" y="32967"/>
                </a:lnTo>
                <a:close/>
                <a:moveTo>
                  <a:pt x="104571" y="32967"/>
                </a:moveTo>
                <a:lnTo>
                  <a:pt x="104571" y="48010"/>
                </a:lnTo>
                <a:lnTo>
                  <a:pt x="102829" y="48010"/>
                </a:lnTo>
                <a:lnTo>
                  <a:pt x="102829" y="41581"/>
                </a:lnTo>
                <a:lnTo>
                  <a:pt x="102323" y="48010"/>
                </a:lnTo>
                <a:lnTo>
                  <a:pt x="100391" y="48010"/>
                </a:lnTo>
                <a:lnTo>
                  <a:pt x="99853" y="41581"/>
                </a:lnTo>
                <a:lnTo>
                  <a:pt x="99853" y="48010"/>
                </a:lnTo>
                <a:lnTo>
                  <a:pt x="98142" y="48010"/>
                </a:lnTo>
                <a:lnTo>
                  <a:pt x="98142" y="32967"/>
                </a:lnTo>
                <a:lnTo>
                  <a:pt x="100929" y="32967"/>
                </a:lnTo>
                <a:lnTo>
                  <a:pt x="101341" y="38098"/>
                </a:lnTo>
                <a:lnTo>
                  <a:pt x="101753" y="32967"/>
                </a:lnTo>
                <a:close/>
                <a:moveTo>
                  <a:pt x="112045" y="32967"/>
                </a:moveTo>
                <a:lnTo>
                  <a:pt x="112045" y="48010"/>
                </a:lnTo>
                <a:lnTo>
                  <a:pt x="110303" y="48010"/>
                </a:lnTo>
                <a:lnTo>
                  <a:pt x="110303" y="41581"/>
                </a:lnTo>
                <a:lnTo>
                  <a:pt x="109797" y="48010"/>
                </a:lnTo>
                <a:lnTo>
                  <a:pt x="107865" y="48010"/>
                </a:lnTo>
                <a:lnTo>
                  <a:pt x="107358" y="41581"/>
                </a:lnTo>
                <a:lnTo>
                  <a:pt x="107358" y="48010"/>
                </a:lnTo>
                <a:lnTo>
                  <a:pt x="105616" y="48010"/>
                </a:lnTo>
                <a:lnTo>
                  <a:pt x="105616" y="32967"/>
                </a:lnTo>
                <a:lnTo>
                  <a:pt x="108403" y="32967"/>
                </a:lnTo>
                <a:lnTo>
                  <a:pt x="108815" y="38098"/>
                </a:lnTo>
                <a:lnTo>
                  <a:pt x="109258" y="32967"/>
                </a:lnTo>
                <a:close/>
                <a:moveTo>
                  <a:pt x="119519" y="32967"/>
                </a:moveTo>
                <a:lnTo>
                  <a:pt x="119519" y="48010"/>
                </a:lnTo>
                <a:lnTo>
                  <a:pt x="117777" y="48010"/>
                </a:lnTo>
                <a:lnTo>
                  <a:pt x="117777" y="41581"/>
                </a:lnTo>
                <a:lnTo>
                  <a:pt x="117271" y="48010"/>
                </a:lnTo>
                <a:lnTo>
                  <a:pt x="115339" y="48010"/>
                </a:lnTo>
                <a:lnTo>
                  <a:pt x="114832" y="41581"/>
                </a:lnTo>
                <a:lnTo>
                  <a:pt x="114832" y="48010"/>
                </a:lnTo>
                <a:lnTo>
                  <a:pt x="113090" y="48010"/>
                </a:lnTo>
                <a:lnTo>
                  <a:pt x="113090" y="32967"/>
                </a:lnTo>
                <a:lnTo>
                  <a:pt x="115877" y="32967"/>
                </a:lnTo>
                <a:lnTo>
                  <a:pt x="116320" y="38098"/>
                </a:lnTo>
                <a:lnTo>
                  <a:pt x="116732" y="32967"/>
                </a:lnTo>
                <a:close/>
                <a:moveTo>
                  <a:pt x="126993" y="32967"/>
                </a:moveTo>
                <a:lnTo>
                  <a:pt x="126993" y="48010"/>
                </a:lnTo>
                <a:lnTo>
                  <a:pt x="125283" y="48010"/>
                </a:lnTo>
                <a:lnTo>
                  <a:pt x="125283" y="41581"/>
                </a:lnTo>
                <a:lnTo>
                  <a:pt x="124744" y="48010"/>
                </a:lnTo>
                <a:lnTo>
                  <a:pt x="122813" y="48010"/>
                </a:lnTo>
                <a:lnTo>
                  <a:pt x="122306" y="41581"/>
                </a:lnTo>
                <a:lnTo>
                  <a:pt x="122306" y="48010"/>
                </a:lnTo>
                <a:lnTo>
                  <a:pt x="120564" y="48010"/>
                </a:lnTo>
                <a:lnTo>
                  <a:pt x="120564" y="32967"/>
                </a:lnTo>
                <a:lnTo>
                  <a:pt x="123351" y="32967"/>
                </a:lnTo>
                <a:lnTo>
                  <a:pt x="123794" y="38098"/>
                </a:lnTo>
                <a:lnTo>
                  <a:pt x="124206" y="32967"/>
                </a:lnTo>
                <a:close/>
                <a:moveTo>
                  <a:pt x="134467" y="32967"/>
                </a:moveTo>
                <a:lnTo>
                  <a:pt x="134467" y="48010"/>
                </a:lnTo>
                <a:lnTo>
                  <a:pt x="132757" y="48010"/>
                </a:lnTo>
                <a:lnTo>
                  <a:pt x="132757" y="41581"/>
                </a:lnTo>
                <a:lnTo>
                  <a:pt x="132218" y="48010"/>
                </a:lnTo>
                <a:lnTo>
                  <a:pt x="130318" y="48010"/>
                </a:lnTo>
                <a:lnTo>
                  <a:pt x="129780" y="41581"/>
                </a:lnTo>
                <a:lnTo>
                  <a:pt x="129780" y="48010"/>
                </a:lnTo>
                <a:lnTo>
                  <a:pt x="128038" y="48010"/>
                </a:lnTo>
                <a:lnTo>
                  <a:pt x="128038" y="32967"/>
                </a:lnTo>
                <a:lnTo>
                  <a:pt x="130857" y="32967"/>
                </a:lnTo>
                <a:lnTo>
                  <a:pt x="131268" y="38098"/>
                </a:lnTo>
                <a:lnTo>
                  <a:pt x="131680" y="32967"/>
                </a:lnTo>
                <a:close/>
                <a:moveTo>
                  <a:pt x="141941" y="32967"/>
                </a:moveTo>
                <a:lnTo>
                  <a:pt x="141941" y="48010"/>
                </a:lnTo>
                <a:lnTo>
                  <a:pt x="140231" y="48010"/>
                </a:lnTo>
                <a:lnTo>
                  <a:pt x="140231" y="41581"/>
                </a:lnTo>
                <a:lnTo>
                  <a:pt x="139692" y="48010"/>
                </a:lnTo>
                <a:lnTo>
                  <a:pt x="137792" y="48010"/>
                </a:lnTo>
                <a:lnTo>
                  <a:pt x="137254" y="41581"/>
                </a:lnTo>
                <a:lnTo>
                  <a:pt x="137254" y="48010"/>
                </a:lnTo>
                <a:lnTo>
                  <a:pt x="135512" y="48010"/>
                </a:lnTo>
                <a:lnTo>
                  <a:pt x="135512" y="32967"/>
                </a:lnTo>
                <a:lnTo>
                  <a:pt x="138330" y="32967"/>
                </a:lnTo>
                <a:lnTo>
                  <a:pt x="138742" y="38098"/>
                </a:lnTo>
                <a:lnTo>
                  <a:pt x="139154" y="32967"/>
                </a:lnTo>
                <a:close/>
                <a:moveTo>
                  <a:pt x="149446" y="32967"/>
                </a:moveTo>
                <a:lnTo>
                  <a:pt x="149446" y="48010"/>
                </a:lnTo>
                <a:lnTo>
                  <a:pt x="147705" y="48010"/>
                </a:lnTo>
                <a:lnTo>
                  <a:pt x="147705" y="41581"/>
                </a:lnTo>
                <a:lnTo>
                  <a:pt x="147166" y="48010"/>
                </a:lnTo>
                <a:lnTo>
                  <a:pt x="145266" y="48010"/>
                </a:lnTo>
                <a:lnTo>
                  <a:pt x="144728" y="41581"/>
                </a:lnTo>
                <a:lnTo>
                  <a:pt x="144728" y="48010"/>
                </a:lnTo>
                <a:lnTo>
                  <a:pt x="142986" y="48010"/>
                </a:lnTo>
                <a:lnTo>
                  <a:pt x="142986" y="32967"/>
                </a:lnTo>
                <a:lnTo>
                  <a:pt x="145804" y="32967"/>
                </a:lnTo>
                <a:lnTo>
                  <a:pt x="146216" y="38098"/>
                </a:lnTo>
                <a:lnTo>
                  <a:pt x="146628" y="32967"/>
                </a:lnTo>
                <a:close/>
                <a:moveTo>
                  <a:pt x="156920" y="32967"/>
                </a:moveTo>
                <a:lnTo>
                  <a:pt x="156920" y="48010"/>
                </a:lnTo>
                <a:lnTo>
                  <a:pt x="155178" y="48010"/>
                </a:lnTo>
                <a:lnTo>
                  <a:pt x="155178" y="41581"/>
                </a:lnTo>
                <a:lnTo>
                  <a:pt x="154640" y="48010"/>
                </a:lnTo>
                <a:lnTo>
                  <a:pt x="152740" y="48010"/>
                </a:lnTo>
                <a:lnTo>
                  <a:pt x="152233" y="41581"/>
                </a:lnTo>
                <a:lnTo>
                  <a:pt x="152233" y="48010"/>
                </a:lnTo>
                <a:lnTo>
                  <a:pt x="150491" y="48010"/>
                </a:lnTo>
                <a:lnTo>
                  <a:pt x="150491" y="32967"/>
                </a:lnTo>
                <a:lnTo>
                  <a:pt x="153278" y="32967"/>
                </a:lnTo>
                <a:lnTo>
                  <a:pt x="153690" y="38098"/>
                </a:lnTo>
                <a:lnTo>
                  <a:pt x="154133" y="32967"/>
                </a:lnTo>
                <a:close/>
                <a:moveTo>
                  <a:pt x="164394" y="32967"/>
                </a:moveTo>
                <a:lnTo>
                  <a:pt x="164394" y="48010"/>
                </a:lnTo>
                <a:lnTo>
                  <a:pt x="162652" y="48010"/>
                </a:lnTo>
                <a:lnTo>
                  <a:pt x="162652" y="41581"/>
                </a:lnTo>
                <a:lnTo>
                  <a:pt x="162146" y="48010"/>
                </a:lnTo>
                <a:lnTo>
                  <a:pt x="160214" y="48010"/>
                </a:lnTo>
                <a:lnTo>
                  <a:pt x="159707" y="41581"/>
                </a:lnTo>
                <a:lnTo>
                  <a:pt x="159707" y="48010"/>
                </a:lnTo>
                <a:lnTo>
                  <a:pt x="157965" y="48010"/>
                </a:lnTo>
                <a:lnTo>
                  <a:pt x="157965" y="32967"/>
                </a:lnTo>
                <a:lnTo>
                  <a:pt x="160752" y="32967"/>
                </a:lnTo>
                <a:lnTo>
                  <a:pt x="161164" y="38098"/>
                </a:lnTo>
                <a:lnTo>
                  <a:pt x="161607" y="32967"/>
                </a:lnTo>
                <a:close/>
                <a:moveTo>
                  <a:pt x="171868" y="32967"/>
                </a:moveTo>
                <a:lnTo>
                  <a:pt x="171868" y="48010"/>
                </a:lnTo>
                <a:lnTo>
                  <a:pt x="170126" y="48010"/>
                </a:lnTo>
                <a:lnTo>
                  <a:pt x="170126" y="41581"/>
                </a:lnTo>
                <a:lnTo>
                  <a:pt x="169620" y="48010"/>
                </a:lnTo>
                <a:lnTo>
                  <a:pt x="167688" y="48010"/>
                </a:lnTo>
                <a:lnTo>
                  <a:pt x="167181" y="41581"/>
                </a:lnTo>
                <a:lnTo>
                  <a:pt x="167181" y="48010"/>
                </a:lnTo>
                <a:lnTo>
                  <a:pt x="165439" y="48010"/>
                </a:lnTo>
                <a:lnTo>
                  <a:pt x="165439" y="32967"/>
                </a:lnTo>
                <a:lnTo>
                  <a:pt x="168226" y="32967"/>
                </a:lnTo>
                <a:lnTo>
                  <a:pt x="168638" y="38098"/>
                </a:lnTo>
                <a:lnTo>
                  <a:pt x="169081" y="32967"/>
                </a:lnTo>
                <a:close/>
                <a:moveTo>
                  <a:pt x="179342" y="32967"/>
                </a:moveTo>
                <a:lnTo>
                  <a:pt x="179342" y="48010"/>
                </a:lnTo>
                <a:lnTo>
                  <a:pt x="177600" y="48010"/>
                </a:lnTo>
                <a:lnTo>
                  <a:pt x="177600" y="41581"/>
                </a:lnTo>
                <a:lnTo>
                  <a:pt x="177093" y="48010"/>
                </a:lnTo>
                <a:lnTo>
                  <a:pt x="175193" y="48010"/>
                </a:lnTo>
                <a:lnTo>
                  <a:pt x="174655" y="41581"/>
                </a:lnTo>
                <a:lnTo>
                  <a:pt x="174655" y="48010"/>
                </a:lnTo>
                <a:lnTo>
                  <a:pt x="172913" y="48010"/>
                </a:lnTo>
                <a:lnTo>
                  <a:pt x="172913" y="32967"/>
                </a:lnTo>
                <a:lnTo>
                  <a:pt x="175732" y="32967"/>
                </a:lnTo>
                <a:lnTo>
                  <a:pt x="176143" y="38098"/>
                </a:lnTo>
                <a:lnTo>
                  <a:pt x="176555" y="32967"/>
                </a:lnTo>
                <a:close/>
                <a:moveTo>
                  <a:pt x="186816" y="32967"/>
                </a:moveTo>
                <a:lnTo>
                  <a:pt x="186816" y="48010"/>
                </a:lnTo>
                <a:lnTo>
                  <a:pt x="185106" y="48010"/>
                </a:lnTo>
                <a:lnTo>
                  <a:pt x="185106" y="41581"/>
                </a:lnTo>
                <a:lnTo>
                  <a:pt x="184567" y="48010"/>
                </a:lnTo>
                <a:lnTo>
                  <a:pt x="182667" y="48010"/>
                </a:lnTo>
                <a:lnTo>
                  <a:pt x="182129" y="41581"/>
                </a:lnTo>
                <a:lnTo>
                  <a:pt x="182129" y="48010"/>
                </a:lnTo>
                <a:lnTo>
                  <a:pt x="180387" y="48010"/>
                </a:lnTo>
                <a:lnTo>
                  <a:pt x="180387" y="32967"/>
                </a:lnTo>
                <a:lnTo>
                  <a:pt x="183206" y="32967"/>
                </a:lnTo>
                <a:lnTo>
                  <a:pt x="183617" y="38098"/>
                </a:lnTo>
                <a:lnTo>
                  <a:pt x="184029" y="32967"/>
                </a:lnTo>
                <a:close/>
                <a:moveTo>
                  <a:pt x="194321" y="32967"/>
                </a:moveTo>
                <a:lnTo>
                  <a:pt x="194321" y="48010"/>
                </a:lnTo>
                <a:lnTo>
                  <a:pt x="192580" y="48010"/>
                </a:lnTo>
                <a:lnTo>
                  <a:pt x="192580" y="41581"/>
                </a:lnTo>
                <a:lnTo>
                  <a:pt x="192041" y="48010"/>
                </a:lnTo>
                <a:lnTo>
                  <a:pt x="190141" y="48010"/>
                </a:lnTo>
                <a:lnTo>
                  <a:pt x="189603" y="41581"/>
                </a:lnTo>
                <a:lnTo>
                  <a:pt x="189603" y="48010"/>
                </a:lnTo>
                <a:lnTo>
                  <a:pt x="187861" y="48010"/>
                </a:lnTo>
                <a:lnTo>
                  <a:pt x="187861" y="32967"/>
                </a:lnTo>
                <a:lnTo>
                  <a:pt x="190679" y="32967"/>
                </a:lnTo>
                <a:lnTo>
                  <a:pt x="191091" y="38098"/>
                </a:lnTo>
                <a:lnTo>
                  <a:pt x="191503" y="32967"/>
                </a:lnTo>
                <a:close/>
                <a:moveTo>
                  <a:pt x="201795" y="32967"/>
                </a:moveTo>
                <a:lnTo>
                  <a:pt x="201795" y="48010"/>
                </a:lnTo>
                <a:lnTo>
                  <a:pt x="200054" y="48010"/>
                </a:lnTo>
                <a:lnTo>
                  <a:pt x="200054" y="41581"/>
                </a:lnTo>
                <a:lnTo>
                  <a:pt x="199515" y="48010"/>
                </a:lnTo>
                <a:lnTo>
                  <a:pt x="197615" y="48010"/>
                </a:lnTo>
                <a:lnTo>
                  <a:pt x="197077" y="41581"/>
                </a:lnTo>
                <a:lnTo>
                  <a:pt x="197077" y="48010"/>
                </a:lnTo>
                <a:lnTo>
                  <a:pt x="195366" y="48010"/>
                </a:lnTo>
                <a:lnTo>
                  <a:pt x="195366" y="32967"/>
                </a:lnTo>
                <a:lnTo>
                  <a:pt x="198153" y="32967"/>
                </a:lnTo>
                <a:lnTo>
                  <a:pt x="198565" y="38098"/>
                </a:lnTo>
                <a:lnTo>
                  <a:pt x="198977" y="32967"/>
                </a:lnTo>
                <a:close/>
                <a:moveTo>
                  <a:pt x="209269" y="32967"/>
                </a:moveTo>
                <a:lnTo>
                  <a:pt x="209269" y="48010"/>
                </a:lnTo>
                <a:lnTo>
                  <a:pt x="207527" y="48010"/>
                </a:lnTo>
                <a:lnTo>
                  <a:pt x="207527" y="41581"/>
                </a:lnTo>
                <a:lnTo>
                  <a:pt x="207021" y="48010"/>
                </a:lnTo>
                <a:lnTo>
                  <a:pt x="205089" y="48010"/>
                </a:lnTo>
                <a:lnTo>
                  <a:pt x="204582" y="41581"/>
                </a:lnTo>
                <a:lnTo>
                  <a:pt x="204582" y="48010"/>
                </a:lnTo>
                <a:lnTo>
                  <a:pt x="202840" y="48010"/>
                </a:lnTo>
                <a:lnTo>
                  <a:pt x="202840" y="32967"/>
                </a:lnTo>
                <a:lnTo>
                  <a:pt x="205627" y="32967"/>
                </a:lnTo>
                <a:lnTo>
                  <a:pt x="206039" y="38098"/>
                </a:lnTo>
                <a:lnTo>
                  <a:pt x="206451" y="32967"/>
                </a:lnTo>
                <a:close/>
                <a:moveTo>
                  <a:pt x="216743" y="32967"/>
                </a:moveTo>
                <a:lnTo>
                  <a:pt x="216743" y="48010"/>
                </a:lnTo>
                <a:lnTo>
                  <a:pt x="215001" y="48010"/>
                </a:lnTo>
                <a:lnTo>
                  <a:pt x="215001" y="41581"/>
                </a:lnTo>
                <a:lnTo>
                  <a:pt x="214495" y="48010"/>
                </a:lnTo>
                <a:lnTo>
                  <a:pt x="212563" y="48010"/>
                </a:lnTo>
                <a:lnTo>
                  <a:pt x="212056" y="41581"/>
                </a:lnTo>
                <a:lnTo>
                  <a:pt x="212056" y="48010"/>
                </a:lnTo>
                <a:lnTo>
                  <a:pt x="210314" y="48010"/>
                </a:lnTo>
                <a:lnTo>
                  <a:pt x="210314" y="32967"/>
                </a:lnTo>
                <a:lnTo>
                  <a:pt x="213101" y="32967"/>
                </a:lnTo>
                <a:lnTo>
                  <a:pt x="213513" y="38098"/>
                </a:lnTo>
                <a:lnTo>
                  <a:pt x="213956" y="32967"/>
                </a:lnTo>
                <a:close/>
                <a:moveTo>
                  <a:pt x="224217" y="32967"/>
                </a:moveTo>
                <a:lnTo>
                  <a:pt x="224217" y="48010"/>
                </a:lnTo>
                <a:lnTo>
                  <a:pt x="222475" y="48010"/>
                </a:lnTo>
                <a:lnTo>
                  <a:pt x="222475" y="41581"/>
                </a:lnTo>
                <a:lnTo>
                  <a:pt x="221969" y="48010"/>
                </a:lnTo>
                <a:lnTo>
                  <a:pt x="220037" y="48010"/>
                </a:lnTo>
                <a:lnTo>
                  <a:pt x="219530" y="41581"/>
                </a:lnTo>
                <a:lnTo>
                  <a:pt x="219530" y="48010"/>
                </a:lnTo>
                <a:lnTo>
                  <a:pt x="217788" y="48010"/>
                </a:lnTo>
                <a:lnTo>
                  <a:pt x="217788" y="32967"/>
                </a:lnTo>
                <a:lnTo>
                  <a:pt x="220575" y="32967"/>
                </a:lnTo>
                <a:lnTo>
                  <a:pt x="221018" y="38098"/>
                </a:lnTo>
                <a:lnTo>
                  <a:pt x="221430" y="32967"/>
                </a:lnTo>
                <a:close/>
                <a:moveTo>
                  <a:pt x="231691" y="32967"/>
                </a:moveTo>
                <a:lnTo>
                  <a:pt x="231691" y="48010"/>
                </a:lnTo>
                <a:lnTo>
                  <a:pt x="229981" y="48010"/>
                </a:lnTo>
                <a:lnTo>
                  <a:pt x="229981" y="41581"/>
                </a:lnTo>
                <a:lnTo>
                  <a:pt x="229442" y="48010"/>
                </a:lnTo>
                <a:lnTo>
                  <a:pt x="227542" y="48010"/>
                </a:lnTo>
                <a:lnTo>
                  <a:pt x="227004" y="41581"/>
                </a:lnTo>
                <a:lnTo>
                  <a:pt x="227004" y="48010"/>
                </a:lnTo>
                <a:lnTo>
                  <a:pt x="225262" y="48010"/>
                </a:lnTo>
                <a:lnTo>
                  <a:pt x="225262" y="32967"/>
                </a:lnTo>
                <a:lnTo>
                  <a:pt x="228049" y="32967"/>
                </a:lnTo>
                <a:lnTo>
                  <a:pt x="228492" y="38098"/>
                </a:lnTo>
                <a:lnTo>
                  <a:pt x="228904" y="32967"/>
                </a:lnTo>
                <a:close/>
                <a:moveTo>
                  <a:pt x="239165" y="32967"/>
                </a:moveTo>
                <a:lnTo>
                  <a:pt x="239165" y="48010"/>
                </a:lnTo>
                <a:lnTo>
                  <a:pt x="237455" y="48010"/>
                </a:lnTo>
                <a:lnTo>
                  <a:pt x="237455" y="41581"/>
                </a:lnTo>
                <a:lnTo>
                  <a:pt x="236916" y="48010"/>
                </a:lnTo>
                <a:lnTo>
                  <a:pt x="235016" y="48010"/>
                </a:lnTo>
                <a:lnTo>
                  <a:pt x="234478" y="41581"/>
                </a:lnTo>
                <a:lnTo>
                  <a:pt x="234478" y="48010"/>
                </a:lnTo>
                <a:lnTo>
                  <a:pt x="232736" y="48010"/>
                </a:lnTo>
                <a:lnTo>
                  <a:pt x="232736" y="32967"/>
                </a:lnTo>
                <a:lnTo>
                  <a:pt x="235555" y="32967"/>
                </a:lnTo>
                <a:lnTo>
                  <a:pt x="235966" y="38098"/>
                </a:lnTo>
                <a:lnTo>
                  <a:pt x="236378" y="32967"/>
                </a:lnTo>
                <a:close/>
                <a:moveTo>
                  <a:pt x="246670" y="32967"/>
                </a:moveTo>
                <a:lnTo>
                  <a:pt x="246670" y="48010"/>
                </a:lnTo>
                <a:lnTo>
                  <a:pt x="244929" y="48010"/>
                </a:lnTo>
                <a:lnTo>
                  <a:pt x="244929" y="41581"/>
                </a:lnTo>
                <a:lnTo>
                  <a:pt x="244390" y="48010"/>
                </a:lnTo>
                <a:lnTo>
                  <a:pt x="242490" y="48010"/>
                </a:lnTo>
                <a:lnTo>
                  <a:pt x="241952" y="41581"/>
                </a:lnTo>
                <a:lnTo>
                  <a:pt x="241952" y="48010"/>
                </a:lnTo>
                <a:lnTo>
                  <a:pt x="240242" y="48010"/>
                </a:lnTo>
                <a:lnTo>
                  <a:pt x="240242" y="32967"/>
                </a:lnTo>
                <a:lnTo>
                  <a:pt x="243028" y="32967"/>
                </a:lnTo>
                <a:lnTo>
                  <a:pt x="243440" y="38098"/>
                </a:lnTo>
                <a:lnTo>
                  <a:pt x="243852" y="32967"/>
                </a:lnTo>
                <a:close/>
                <a:moveTo>
                  <a:pt x="254144" y="32967"/>
                </a:moveTo>
                <a:lnTo>
                  <a:pt x="254144" y="48010"/>
                </a:lnTo>
                <a:lnTo>
                  <a:pt x="252402" y="48010"/>
                </a:lnTo>
                <a:lnTo>
                  <a:pt x="252402" y="41581"/>
                </a:lnTo>
                <a:lnTo>
                  <a:pt x="251864" y="48010"/>
                </a:lnTo>
                <a:lnTo>
                  <a:pt x="249964" y="48010"/>
                </a:lnTo>
                <a:lnTo>
                  <a:pt x="249426" y="41581"/>
                </a:lnTo>
                <a:lnTo>
                  <a:pt x="249426" y="48010"/>
                </a:lnTo>
                <a:lnTo>
                  <a:pt x="247715" y="48010"/>
                </a:lnTo>
                <a:lnTo>
                  <a:pt x="247715" y="32967"/>
                </a:lnTo>
                <a:lnTo>
                  <a:pt x="250502" y="32967"/>
                </a:lnTo>
                <a:lnTo>
                  <a:pt x="250914" y="38098"/>
                </a:lnTo>
                <a:lnTo>
                  <a:pt x="251326" y="32967"/>
                </a:lnTo>
                <a:close/>
                <a:moveTo>
                  <a:pt x="261618" y="32967"/>
                </a:moveTo>
                <a:lnTo>
                  <a:pt x="261618" y="48010"/>
                </a:lnTo>
                <a:lnTo>
                  <a:pt x="259876" y="48010"/>
                </a:lnTo>
                <a:lnTo>
                  <a:pt x="259876" y="41581"/>
                </a:lnTo>
                <a:lnTo>
                  <a:pt x="259338" y="48010"/>
                </a:lnTo>
                <a:lnTo>
                  <a:pt x="257438" y="48010"/>
                </a:lnTo>
                <a:lnTo>
                  <a:pt x="256899" y="41581"/>
                </a:lnTo>
                <a:lnTo>
                  <a:pt x="256899" y="48010"/>
                </a:lnTo>
                <a:lnTo>
                  <a:pt x="255189" y="48010"/>
                </a:lnTo>
                <a:lnTo>
                  <a:pt x="255189" y="32967"/>
                </a:lnTo>
                <a:lnTo>
                  <a:pt x="257976" y="32967"/>
                </a:lnTo>
                <a:lnTo>
                  <a:pt x="258388" y="38098"/>
                </a:lnTo>
                <a:lnTo>
                  <a:pt x="258831" y="32967"/>
                </a:lnTo>
                <a:close/>
                <a:moveTo>
                  <a:pt x="269092" y="32967"/>
                </a:moveTo>
                <a:lnTo>
                  <a:pt x="269092" y="48010"/>
                </a:lnTo>
                <a:lnTo>
                  <a:pt x="267350" y="48010"/>
                </a:lnTo>
                <a:lnTo>
                  <a:pt x="267350" y="41581"/>
                </a:lnTo>
                <a:lnTo>
                  <a:pt x="266844" y="48010"/>
                </a:lnTo>
                <a:lnTo>
                  <a:pt x="264912" y="48010"/>
                </a:lnTo>
                <a:lnTo>
                  <a:pt x="264405" y="41581"/>
                </a:lnTo>
                <a:lnTo>
                  <a:pt x="264405" y="48010"/>
                </a:lnTo>
                <a:lnTo>
                  <a:pt x="262663" y="48010"/>
                </a:lnTo>
                <a:lnTo>
                  <a:pt x="262663" y="32967"/>
                </a:lnTo>
                <a:lnTo>
                  <a:pt x="265450" y="32967"/>
                </a:lnTo>
                <a:lnTo>
                  <a:pt x="265862" y="38098"/>
                </a:lnTo>
                <a:lnTo>
                  <a:pt x="266305" y="32967"/>
                </a:lnTo>
                <a:close/>
                <a:moveTo>
                  <a:pt x="276566" y="32967"/>
                </a:moveTo>
                <a:lnTo>
                  <a:pt x="276566" y="48010"/>
                </a:lnTo>
                <a:lnTo>
                  <a:pt x="274824" y="48010"/>
                </a:lnTo>
                <a:lnTo>
                  <a:pt x="274824" y="41581"/>
                </a:lnTo>
                <a:lnTo>
                  <a:pt x="274317" y="48010"/>
                </a:lnTo>
                <a:lnTo>
                  <a:pt x="272386" y="48010"/>
                </a:lnTo>
                <a:lnTo>
                  <a:pt x="271879" y="41581"/>
                </a:lnTo>
                <a:lnTo>
                  <a:pt x="271879" y="48010"/>
                </a:lnTo>
                <a:lnTo>
                  <a:pt x="270137" y="48010"/>
                </a:lnTo>
                <a:lnTo>
                  <a:pt x="270137" y="32967"/>
                </a:lnTo>
                <a:lnTo>
                  <a:pt x="272924" y="32967"/>
                </a:lnTo>
                <a:lnTo>
                  <a:pt x="273367" y="38098"/>
                </a:lnTo>
                <a:lnTo>
                  <a:pt x="273779" y="32967"/>
                </a:lnTo>
                <a:close/>
                <a:moveTo>
                  <a:pt x="284040" y="32967"/>
                </a:moveTo>
                <a:lnTo>
                  <a:pt x="284040" y="48010"/>
                </a:lnTo>
                <a:lnTo>
                  <a:pt x="282298" y="48010"/>
                </a:lnTo>
                <a:lnTo>
                  <a:pt x="282298" y="41581"/>
                </a:lnTo>
                <a:lnTo>
                  <a:pt x="281791" y="48010"/>
                </a:lnTo>
                <a:lnTo>
                  <a:pt x="279860" y="48010"/>
                </a:lnTo>
                <a:lnTo>
                  <a:pt x="279353" y="41581"/>
                </a:lnTo>
                <a:lnTo>
                  <a:pt x="279353" y="48010"/>
                </a:lnTo>
                <a:lnTo>
                  <a:pt x="277611" y="48010"/>
                </a:lnTo>
                <a:lnTo>
                  <a:pt x="277611" y="32967"/>
                </a:lnTo>
                <a:lnTo>
                  <a:pt x="280430" y="32967"/>
                </a:lnTo>
                <a:lnTo>
                  <a:pt x="280841" y="38098"/>
                </a:lnTo>
                <a:lnTo>
                  <a:pt x="281253" y="32967"/>
                </a:lnTo>
                <a:close/>
                <a:moveTo>
                  <a:pt x="7347" y="48833"/>
                </a:moveTo>
                <a:lnTo>
                  <a:pt x="7347" y="63876"/>
                </a:lnTo>
                <a:lnTo>
                  <a:pt x="5605" y="63876"/>
                </a:lnTo>
                <a:lnTo>
                  <a:pt x="5605" y="57479"/>
                </a:lnTo>
                <a:lnTo>
                  <a:pt x="5099" y="63876"/>
                </a:lnTo>
                <a:lnTo>
                  <a:pt x="3167" y="63876"/>
                </a:lnTo>
                <a:lnTo>
                  <a:pt x="2629" y="57479"/>
                </a:lnTo>
                <a:lnTo>
                  <a:pt x="2629" y="63876"/>
                </a:lnTo>
                <a:lnTo>
                  <a:pt x="918" y="63876"/>
                </a:lnTo>
                <a:lnTo>
                  <a:pt x="918" y="48833"/>
                </a:lnTo>
                <a:lnTo>
                  <a:pt x="3705" y="48833"/>
                </a:lnTo>
                <a:lnTo>
                  <a:pt x="4117" y="53964"/>
                </a:lnTo>
                <a:lnTo>
                  <a:pt x="4529" y="48833"/>
                </a:lnTo>
                <a:close/>
                <a:moveTo>
                  <a:pt x="14821" y="48833"/>
                </a:moveTo>
                <a:lnTo>
                  <a:pt x="14821" y="63876"/>
                </a:lnTo>
                <a:lnTo>
                  <a:pt x="13079" y="63876"/>
                </a:lnTo>
                <a:lnTo>
                  <a:pt x="13079" y="57479"/>
                </a:lnTo>
                <a:lnTo>
                  <a:pt x="12573" y="63876"/>
                </a:lnTo>
                <a:lnTo>
                  <a:pt x="10641" y="63876"/>
                </a:lnTo>
                <a:lnTo>
                  <a:pt x="10134" y="57479"/>
                </a:lnTo>
                <a:lnTo>
                  <a:pt x="10134" y="63876"/>
                </a:lnTo>
                <a:lnTo>
                  <a:pt x="8392" y="63876"/>
                </a:lnTo>
                <a:lnTo>
                  <a:pt x="8392" y="48833"/>
                </a:lnTo>
                <a:lnTo>
                  <a:pt x="11179" y="48833"/>
                </a:lnTo>
                <a:lnTo>
                  <a:pt x="11591" y="53964"/>
                </a:lnTo>
                <a:lnTo>
                  <a:pt x="12034" y="48833"/>
                </a:lnTo>
                <a:close/>
                <a:moveTo>
                  <a:pt x="22295" y="48833"/>
                </a:moveTo>
                <a:lnTo>
                  <a:pt x="22295" y="63876"/>
                </a:lnTo>
                <a:lnTo>
                  <a:pt x="20553" y="63876"/>
                </a:lnTo>
                <a:lnTo>
                  <a:pt x="20553" y="57479"/>
                </a:lnTo>
                <a:lnTo>
                  <a:pt x="20047" y="63876"/>
                </a:lnTo>
                <a:lnTo>
                  <a:pt x="18115" y="63876"/>
                </a:lnTo>
                <a:lnTo>
                  <a:pt x="17608" y="57479"/>
                </a:lnTo>
                <a:lnTo>
                  <a:pt x="17608" y="63876"/>
                </a:lnTo>
                <a:lnTo>
                  <a:pt x="15866" y="63876"/>
                </a:lnTo>
                <a:lnTo>
                  <a:pt x="15866" y="48833"/>
                </a:lnTo>
                <a:lnTo>
                  <a:pt x="18653" y="48833"/>
                </a:lnTo>
                <a:lnTo>
                  <a:pt x="19096" y="53964"/>
                </a:lnTo>
                <a:lnTo>
                  <a:pt x="19508" y="48833"/>
                </a:lnTo>
                <a:close/>
                <a:moveTo>
                  <a:pt x="29769" y="48833"/>
                </a:moveTo>
                <a:lnTo>
                  <a:pt x="29769" y="63876"/>
                </a:lnTo>
                <a:lnTo>
                  <a:pt x="28059" y="63876"/>
                </a:lnTo>
                <a:lnTo>
                  <a:pt x="28059" y="57479"/>
                </a:lnTo>
                <a:lnTo>
                  <a:pt x="27520" y="63876"/>
                </a:lnTo>
                <a:lnTo>
                  <a:pt x="25589" y="63876"/>
                </a:lnTo>
                <a:lnTo>
                  <a:pt x="25082" y="57479"/>
                </a:lnTo>
                <a:lnTo>
                  <a:pt x="25082" y="63876"/>
                </a:lnTo>
                <a:lnTo>
                  <a:pt x="23340" y="63876"/>
                </a:lnTo>
                <a:lnTo>
                  <a:pt x="23340" y="48833"/>
                </a:lnTo>
                <a:lnTo>
                  <a:pt x="26159" y="48833"/>
                </a:lnTo>
                <a:lnTo>
                  <a:pt x="26570" y="53964"/>
                </a:lnTo>
                <a:lnTo>
                  <a:pt x="26982" y="48833"/>
                </a:lnTo>
                <a:close/>
                <a:moveTo>
                  <a:pt x="37243" y="48833"/>
                </a:moveTo>
                <a:lnTo>
                  <a:pt x="37243" y="63876"/>
                </a:lnTo>
                <a:lnTo>
                  <a:pt x="35533" y="63876"/>
                </a:lnTo>
                <a:lnTo>
                  <a:pt x="35533" y="57479"/>
                </a:lnTo>
                <a:lnTo>
                  <a:pt x="34994" y="63876"/>
                </a:lnTo>
                <a:lnTo>
                  <a:pt x="33094" y="63876"/>
                </a:lnTo>
                <a:lnTo>
                  <a:pt x="32556" y="57479"/>
                </a:lnTo>
                <a:lnTo>
                  <a:pt x="32556" y="63876"/>
                </a:lnTo>
                <a:lnTo>
                  <a:pt x="30814" y="63876"/>
                </a:lnTo>
                <a:lnTo>
                  <a:pt x="30814" y="48833"/>
                </a:lnTo>
                <a:lnTo>
                  <a:pt x="33633" y="48833"/>
                </a:lnTo>
                <a:lnTo>
                  <a:pt x="34044" y="53964"/>
                </a:lnTo>
                <a:lnTo>
                  <a:pt x="34456" y="48833"/>
                </a:lnTo>
                <a:close/>
                <a:moveTo>
                  <a:pt x="44748" y="48833"/>
                </a:moveTo>
                <a:lnTo>
                  <a:pt x="44748" y="63876"/>
                </a:lnTo>
                <a:lnTo>
                  <a:pt x="43007" y="63876"/>
                </a:lnTo>
                <a:lnTo>
                  <a:pt x="43007" y="57479"/>
                </a:lnTo>
                <a:lnTo>
                  <a:pt x="42468" y="63876"/>
                </a:lnTo>
                <a:lnTo>
                  <a:pt x="40568" y="63876"/>
                </a:lnTo>
                <a:lnTo>
                  <a:pt x="40030" y="57479"/>
                </a:lnTo>
                <a:lnTo>
                  <a:pt x="40030" y="63876"/>
                </a:lnTo>
                <a:lnTo>
                  <a:pt x="38320" y="63876"/>
                </a:lnTo>
                <a:lnTo>
                  <a:pt x="38320" y="48833"/>
                </a:lnTo>
                <a:lnTo>
                  <a:pt x="41106" y="48833"/>
                </a:lnTo>
                <a:lnTo>
                  <a:pt x="41518" y="53964"/>
                </a:lnTo>
                <a:lnTo>
                  <a:pt x="41930" y="48833"/>
                </a:lnTo>
                <a:close/>
                <a:moveTo>
                  <a:pt x="52222" y="48833"/>
                </a:moveTo>
                <a:lnTo>
                  <a:pt x="52222" y="63876"/>
                </a:lnTo>
                <a:lnTo>
                  <a:pt x="50480" y="63876"/>
                </a:lnTo>
                <a:lnTo>
                  <a:pt x="50480" y="57479"/>
                </a:lnTo>
                <a:lnTo>
                  <a:pt x="49942" y="63876"/>
                </a:lnTo>
                <a:lnTo>
                  <a:pt x="48042" y="63876"/>
                </a:lnTo>
                <a:lnTo>
                  <a:pt x="47504" y="57479"/>
                </a:lnTo>
                <a:lnTo>
                  <a:pt x="47504" y="63876"/>
                </a:lnTo>
                <a:lnTo>
                  <a:pt x="45793" y="63876"/>
                </a:lnTo>
                <a:lnTo>
                  <a:pt x="45793" y="48833"/>
                </a:lnTo>
                <a:lnTo>
                  <a:pt x="48580" y="48833"/>
                </a:lnTo>
                <a:lnTo>
                  <a:pt x="48992" y="53964"/>
                </a:lnTo>
                <a:lnTo>
                  <a:pt x="49404" y="48833"/>
                </a:lnTo>
                <a:close/>
                <a:moveTo>
                  <a:pt x="59696" y="48833"/>
                </a:moveTo>
                <a:lnTo>
                  <a:pt x="59696" y="63876"/>
                </a:lnTo>
                <a:lnTo>
                  <a:pt x="57954" y="63876"/>
                </a:lnTo>
                <a:lnTo>
                  <a:pt x="57954" y="57479"/>
                </a:lnTo>
                <a:lnTo>
                  <a:pt x="57448" y="63876"/>
                </a:lnTo>
                <a:lnTo>
                  <a:pt x="55516" y="63876"/>
                </a:lnTo>
                <a:lnTo>
                  <a:pt x="54978" y="57479"/>
                </a:lnTo>
                <a:lnTo>
                  <a:pt x="54978" y="63876"/>
                </a:lnTo>
                <a:lnTo>
                  <a:pt x="53267" y="63876"/>
                </a:lnTo>
                <a:lnTo>
                  <a:pt x="53267" y="48833"/>
                </a:lnTo>
                <a:lnTo>
                  <a:pt x="56054" y="48833"/>
                </a:lnTo>
                <a:lnTo>
                  <a:pt x="56466" y="53964"/>
                </a:lnTo>
                <a:lnTo>
                  <a:pt x="56878" y="48833"/>
                </a:lnTo>
                <a:close/>
                <a:moveTo>
                  <a:pt x="67170" y="48833"/>
                </a:moveTo>
                <a:lnTo>
                  <a:pt x="67170" y="63876"/>
                </a:lnTo>
                <a:lnTo>
                  <a:pt x="65428" y="63876"/>
                </a:lnTo>
                <a:lnTo>
                  <a:pt x="65428" y="57479"/>
                </a:lnTo>
                <a:lnTo>
                  <a:pt x="64922" y="63876"/>
                </a:lnTo>
                <a:lnTo>
                  <a:pt x="62990" y="63876"/>
                </a:lnTo>
                <a:lnTo>
                  <a:pt x="62483" y="57479"/>
                </a:lnTo>
                <a:lnTo>
                  <a:pt x="62483" y="63876"/>
                </a:lnTo>
                <a:lnTo>
                  <a:pt x="60741" y="63876"/>
                </a:lnTo>
                <a:lnTo>
                  <a:pt x="60741" y="48833"/>
                </a:lnTo>
                <a:lnTo>
                  <a:pt x="63528" y="48833"/>
                </a:lnTo>
                <a:lnTo>
                  <a:pt x="63940" y="53964"/>
                </a:lnTo>
                <a:lnTo>
                  <a:pt x="64383" y="48833"/>
                </a:lnTo>
                <a:close/>
                <a:moveTo>
                  <a:pt x="74644" y="48833"/>
                </a:moveTo>
                <a:lnTo>
                  <a:pt x="74644" y="63876"/>
                </a:lnTo>
                <a:lnTo>
                  <a:pt x="72902" y="63876"/>
                </a:lnTo>
                <a:lnTo>
                  <a:pt x="72902" y="57479"/>
                </a:lnTo>
                <a:lnTo>
                  <a:pt x="72395" y="63876"/>
                </a:lnTo>
                <a:lnTo>
                  <a:pt x="70464" y="63876"/>
                </a:lnTo>
                <a:lnTo>
                  <a:pt x="69957" y="57479"/>
                </a:lnTo>
                <a:lnTo>
                  <a:pt x="69957" y="63876"/>
                </a:lnTo>
                <a:lnTo>
                  <a:pt x="68215" y="63876"/>
                </a:lnTo>
                <a:lnTo>
                  <a:pt x="68215" y="48833"/>
                </a:lnTo>
                <a:lnTo>
                  <a:pt x="71002" y="48833"/>
                </a:lnTo>
                <a:lnTo>
                  <a:pt x="71445" y="53964"/>
                </a:lnTo>
                <a:lnTo>
                  <a:pt x="71857" y="48833"/>
                </a:lnTo>
                <a:close/>
                <a:moveTo>
                  <a:pt x="82118" y="48833"/>
                </a:moveTo>
                <a:lnTo>
                  <a:pt x="82118" y="63876"/>
                </a:lnTo>
                <a:lnTo>
                  <a:pt x="80376" y="63876"/>
                </a:lnTo>
                <a:lnTo>
                  <a:pt x="80376" y="57479"/>
                </a:lnTo>
                <a:lnTo>
                  <a:pt x="79869" y="63876"/>
                </a:lnTo>
                <a:lnTo>
                  <a:pt x="77969" y="63876"/>
                </a:lnTo>
                <a:lnTo>
                  <a:pt x="77431" y="57479"/>
                </a:lnTo>
                <a:lnTo>
                  <a:pt x="77431" y="63876"/>
                </a:lnTo>
                <a:lnTo>
                  <a:pt x="75689" y="63876"/>
                </a:lnTo>
                <a:lnTo>
                  <a:pt x="75689" y="48833"/>
                </a:lnTo>
                <a:lnTo>
                  <a:pt x="78508" y="48833"/>
                </a:lnTo>
                <a:lnTo>
                  <a:pt x="78919" y="53964"/>
                </a:lnTo>
                <a:lnTo>
                  <a:pt x="79331" y="48833"/>
                </a:lnTo>
                <a:close/>
                <a:moveTo>
                  <a:pt x="89623" y="48833"/>
                </a:moveTo>
                <a:lnTo>
                  <a:pt x="89623" y="63876"/>
                </a:lnTo>
                <a:lnTo>
                  <a:pt x="87882" y="63876"/>
                </a:lnTo>
                <a:lnTo>
                  <a:pt x="87882" y="57479"/>
                </a:lnTo>
                <a:lnTo>
                  <a:pt x="87343" y="63876"/>
                </a:lnTo>
                <a:lnTo>
                  <a:pt x="85443" y="63876"/>
                </a:lnTo>
                <a:lnTo>
                  <a:pt x="84905" y="57479"/>
                </a:lnTo>
                <a:lnTo>
                  <a:pt x="84905" y="63876"/>
                </a:lnTo>
                <a:lnTo>
                  <a:pt x="83163" y="63876"/>
                </a:lnTo>
                <a:lnTo>
                  <a:pt x="83163" y="48833"/>
                </a:lnTo>
                <a:lnTo>
                  <a:pt x="85982" y="48833"/>
                </a:lnTo>
                <a:lnTo>
                  <a:pt x="86393" y="53964"/>
                </a:lnTo>
                <a:lnTo>
                  <a:pt x="86805" y="48833"/>
                </a:lnTo>
                <a:close/>
                <a:moveTo>
                  <a:pt x="97097" y="48833"/>
                </a:moveTo>
                <a:lnTo>
                  <a:pt x="97097" y="63876"/>
                </a:lnTo>
                <a:lnTo>
                  <a:pt x="95356" y="63876"/>
                </a:lnTo>
                <a:lnTo>
                  <a:pt x="95356" y="57479"/>
                </a:lnTo>
                <a:lnTo>
                  <a:pt x="94817" y="63876"/>
                </a:lnTo>
                <a:lnTo>
                  <a:pt x="92917" y="63876"/>
                </a:lnTo>
                <a:lnTo>
                  <a:pt x="92379" y="57479"/>
                </a:lnTo>
                <a:lnTo>
                  <a:pt x="92379" y="63876"/>
                </a:lnTo>
                <a:lnTo>
                  <a:pt x="90637" y="63876"/>
                </a:lnTo>
                <a:lnTo>
                  <a:pt x="90637" y="48833"/>
                </a:lnTo>
                <a:lnTo>
                  <a:pt x="93455" y="48833"/>
                </a:lnTo>
                <a:lnTo>
                  <a:pt x="93867" y="53964"/>
                </a:lnTo>
                <a:lnTo>
                  <a:pt x="94279" y="48833"/>
                </a:lnTo>
                <a:close/>
                <a:moveTo>
                  <a:pt x="104571" y="48833"/>
                </a:moveTo>
                <a:lnTo>
                  <a:pt x="104571" y="63876"/>
                </a:lnTo>
                <a:lnTo>
                  <a:pt x="102829" y="63876"/>
                </a:lnTo>
                <a:lnTo>
                  <a:pt x="102829" y="57479"/>
                </a:lnTo>
                <a:lnTo>
                  <a:pt x="102323" y="63876"/>
                </a:lnTo>
                <a:lnTo>
                  <a:pt x="100391" y="63876"/>
                </a:lnTo>
                <a:lnTo>
                  <a:pt x="99853" y="57479"/>
                </a:lnTo>
                <a:lnTo>
                  <a:pt x="99853" y="63876"/>
                </a:lnTo>
                <a:lnTo>
                  <a:pt x="98142" y="63876"/>
                </a:lnTo>
                <a:lnTo>
                  <a:pt x="98142" y="48833"/>
                </a:lnTo>
                <a:lnTo>
                  <a:pt x="100929" y="48833"/>
                </a:lnTo>
                <a:lnTo>
                  <a:pt x="101341" y="53964"/>
                </a:lnTo>
                <a:lnTo>
                  <a:pt x="101753" y="48833"/>
                </a:lnTo>
                <a:close/>
                <a:moveTo>
                  <a:pt x="112045" y="48833"/>
                </a:moveTo>
                <a:lnTo>
                  <a:pt x="112045" y="63876"/>
                </a:lnTo>
                <a:lnTo>
                  <a:pt x="110303" y="63876"/>
                </a:lnTo>
                <a:lnTo>
                  <a:pt x="110303" y="57479"/>
                </a:lnTo>
                <a:lnTo>
                  <a:pt x="109797" y="63876"/>
                </a:lnTo>
                <a:lnTo>
                  <a:pt x="107865" y="63876"/>
                </a:lnTo>
                <a:lnTo>
                  <a:pt x="107358" y="57479"/>
                </a:lnTo>
                <a:lnTo>
                  <a:pt x="107358" y="63876"/>
                </a:lnTo>
                <a:lnTo>
                  <a:pt x="105616" y="63876"/>
                </a:lnTo>
                <a:lnTo>
                  <a:pt x="105616" y="48833"/>
                </a:lnTo>
                <a:lnTo>
                  <a:pt x="108403" y="48833"/>
                </a:lnTo>
                <a:lnTo>
                  <a:pt x="108815" y="53964"/>
                </a:lnTo>
                <a:lnTo>
                  <a:pt x="109258" y="48833"/>
                </a:lnTo>
                <a:close/>
                <a:moveTo>
                  <a:pt x="119519" y="48833"/>
                </a:moveTo>
                <a:lnTo>
                  <a:pt x="119519" y="63876"/>
                </a:lnTo>
                <a:lnTo>
                  <a:pt x="117777" y="63876"/>
                </a:lnTo>
                <a:lnTo>
                  <a:pt x="117777" y="57479"/>
                </a:lnTo>
                <a:lnTo>
                  <a:pt x="117271" y="63876"/>
                </a:lnTo>
                <a:lnTo>
                  <a:pt x="115339" y="63876"/>
                </a:lnTo>
                <a:lnTo>
                  <a:pt x="114832" y="57479"/>
                </a:lnTo>
                <a:lnTo>
                  <a:pt x="114832" y="63876"/>
                </a:lnTo>
                <a:lnTo>
                  <a:pt x="113090" y="63876"/>
                </a:lnTo>
                <a:lnTo>
                  <a:pt x="113090" y="48833"/>
                </a:lnTo>
                <a:lnTo>
                  <a:pt x="115877" y="48833"/>
                </a:lnTo>
                <a:lnTo>
                  <a:pt x="116320" y="53964"/>
                </a:lnTo>
                <a:lnTo>
                  <a:pt x="116732" y="48833"/>
                </a:lnTo>
                <a:close/>
                <a:moveTo>
                  <a:pt x="126993" y="48833"/>
                </a:moveTo>
                <a:lnTo>
                  <a:pt x="126993" y="63876"/>
                </a:lnTo>
                <a:lnTo>
                  <a:pt x="125283" y="63876"/>
                </a:lnTo>
                <a:lnTo>
                  <a:pt x="125283" y="57479"/>
                </a:lnTo>
                <a:lnTo>
                  <a:pt x="124744" y="63876"/>
                </a:lnTo>
                <a:lnTo>
                  <a:pt x="122813" y="63876"/>
                </a:lnTo>
                <a:lnTo>
                  <a:pt x="122306" y="57479"/>
                </a:lnTo>
                <a:lnTo>
                  <a:pt x="122306" y="63876"/>
                </a:lnTo>
                <a:lnTo>
                  <a:pt x="120564" y="63876"/>
                </a:lnTo>
                <a:lnTo>
                  <a:pt x="120564" y="48833"/>
                </a:lnTo>
                <a:lnTo>
                  <a:pt x="123351" y="48833"/>
                </a:lnTo>
                <a:lnTo>
                  <a:pt x="123794" y="53964"/>
                </a:lnTo>
                <a:lnTo>
                  <a:pt x="124206" y="48833"/>
                </a:lnTo>
                <a:close/>
                <a:moveTo>
                  <a:pt x="134467" y="48833"/>
                </a:moveTo>
                <a:lnTo>
                  <a:pt x="134467" y="63876"/>
                </a:lnTo>
                <a:lnTo>
                  <a:pt x="132757" y="63876"/>
                </a:lnTo>
                <a:lnTo>
                  <a:pt x="132757" y="57479"/>
                </a:lnTo>
                <a:lnTo>
                  <a:pt x="132218" y="63876"/>
                </a:lnTo>
                <a:lnTo>
                  <a:pt x="130318" y="63876"/>
                </a:lnTo>
                <a:lnTo>
                  <a:pt x="129780" y="57479"/>
                </a:lnTo>
                <a:lnTo>
                  <a:pt x="129780" y="63876"/>
                </a:lnTo>
                <a:lnTo>
                  <a:pt x="128038" y="63876"/>
                </a:lnTo>
                <a:lnTo>
                  <a:pt x="128038" y="48833"/>
                </a:lnTo>
                <a:lnTo>
                  <a:pt x="130857" y="48833"/>
                </a:lnTo>
                <a:lnTo>
                  <a:pt x="131268" y="53964"/>
                </a:lnTo>
                <a:lnTo>
                  <a:pt x="131680" y="48833"/>
                </a:lnTo>
                <a:close/>
                <a:moveTo>
                  <a:pt x="141941" y="48833"/>
                </a:moveTo>
                <a:lnTo>
                  <a:pt x="141941" y="63876"/>
                </a:lnTo>
                <a:lnTo>
                  <a:pt x="140231" y="63876"/>
                </a:lnTo>
                <a:lnTo>
                  <a:pt x="140231" y="57479"/>
                </a:lnTo>
                <a:lnTo>
                  <a:pt x="139692" y="63876"/>
                </a:lnTo>
                <a:lnTo>
                  <a:pt x="137792" y="63876"/>
                </a:lnTo>
                <a:lnTo>
                  <a:pt x="137254" y="57479"/>
                </a:lnTo>
                <a:lnTo>
                  <a:pt x="137254" y="63876"/>
                </a:lnTo>
                <a:lnTo>
                  <a:pt x="135512" y="63876"/>
                </a:lnTo>
                <a:lnTo>
                  <a:pt x="135512" y="48833"/>
                </a:lnTo>
                <a:lnTo>
                  <a:pt x="138330" y="48833"/>
                </a:lnTo>
                <a:lnTo>
                  <a:pt x="138742" y="53964"/>
                </a:lnTo>
                <a:lnTo>
                  <a:pt x="139154" y="48833"/>
                </a:lnTo>
                <a:close/>
                <a:moveTo>
                  <a:pt x="149446" y="48833"/>
                </a:moveTo>
                <a:lnTo>
                  <a:pt x="149446" y="63876"/>
                </a:lnTo>
                <a:lnTo>
                  <a:pt x="147705" y="63876"/>
                </a:lnTo>
                <a:lnTo>
                  <a:pt x="147705" y="57479"/>
                </a:lnTo>
                <a:lnTo>
                  <a:pt x="147166" y="63876"/>
                </a:lnTo>
                <a:lnTo>
                  <a:pt x="145266" y="63876"/>
                </a:lnTo>
                <a:lnTo>
                  <a:pt x="144728" y="57479"/>
                </a:lnTo>
                <a:lnTo>
                  <a:pt x="144728" y="63876"/>
                </a:lnTo>
                <a:lnTo>
                  <a:pt x="142986" y="63876"/>
                </a:lnTo>
                <a:lnTo>
                  <a:pt x="142986" y="48833"/>
                </a:lnTo>
                <a:lnTo>
                  <a:pt x="145804" y="48833"/>
                </a:lnTo>
                <a:lnTo>
                  <a:pt x="146216" y="53964"/>
                </a:lnTo>
                <a:lnTo>
                  <a:pt x="146628" y="48833"/>
                </a:lnTo>
                <a:close/>
                <a:moveTo>
                  <a:pt x="156920" y="48833"/>
                </a:moveTo>
                <a:lnTo>
                  <a:pt x="156920" y="63876"/>
                </a:lnTo>
                <a:lnTo>
                  <a:pt x="155178" y="63876"/>
                </a:lnTo>
                <a:lnTo>
                  <a:pt x="155178" y="57479"/>
                </a:lnTo>
                <a:lnTo>
                  <a:pt x="154640" y="63876"/>
                </a:lnTo>
                <a:lnTo>
                  <a:pt x="152740" y="63876"/>
                </a:lnTo>
                <a:lnTo>
                  <a:pt x="152233" y="57479"/>
                </a:lnTo>
                <a:lnTo>
                  <a:pt x="152233" y="63876"/>
                </a:lnTo>
                <a:lnTo>
                  <a:pt x="150491" y="63876"/>
                </a:lnTo>
                <a:lnTo>
                  <a:pt x="150491" y="48833"/>
                </a:lnTo>
                <a:lnTo>
                  <a:pt x="153278" y="48833"/>
                </a:lnTo>
                <a:lnTo>
                  <a:pt x="153690" y="53964"/>
                </a:lnTo>
                <a:lnTo>
                  <a:pt x="154133" y="48833"/>
                </a:lnTo>
                <a:close/>
                <a:moveTo>
                  <a:pt x="164394" y="48833"/>
                </a:moveTo>
                <a:lnTo>
                  <a:pt x="164394" y="63876"/>
                </a:lnTo>
                <a:lnTo>
                  <a:pt x="162652" y="63876"/>
                </a:lnTo>
                <a:lnTo>
                  <a:pt x="162652" y="57479"/>
                </a:lnTo>
                <a:lnTo>
                  <a:pt x="162146" y="63876"/>
                </a:lnTo>
                <a:lnTo>
                  <a:pt x="160214" y="63876"/>
                </a:lnTo>
                <a:lnTo>
                  <a:pt x="159707" y="57479"/>
                </a:lnTo>
                <a:lnTo>
                  <a:pt x="159707" y="63876"/>
                </a:lnTo>
                <a:lnTo>
                  <a:pt x="157965" y="63876"/>
                </a:lnTo>
                <a:lnTo>
                  <a:pt x="157965" y="48833"/>
                </a:lnTo>
                <a:lnTo>
                  <a:pt x="160752" y="48833"/>
                </a:lnTo>
                <a:lnTo>
                  <a:pt x="161164" y="53964"/>
                </a:lnTo>
                <a:lnTo>
                  <a:pt x="161607" y="48833"/>
                </a:lnTo>
                <a:close/>
                <a:moveTo>
                  <a:pt x="171868" y="48833"/>
                </a:moveTo>
                <a:lnTo>
                  <a:pt x="171868" y="63876"/>
                </a:lnTo>
                <a:lnTo>
                  <a:pt x="170126" y="63876"/>
                </a:lnTo>
                <a:lnTo>
                  <a:pt x="170126" y="57479"/>
                </a:lnTo>
                <a:lnTo>
                  <a:pt x="169620" y="63876"/>
                </a:lnTo>
                <a:lnTo>
                  <a:pt x="167688" y="63876"/>
                </a:lnTo>
                <a:lnTo>
                  <a:pt x="167181" y="57479"/>
                </a:lnTo>
                <a:lnTo>
                  <a:pt x="167181" y="63876"/>
                </a:lnTo>
                <a:lnTo>
                  <a:pt x="165439" y="63876"/>
                </a:lnTo>
                <a:lnTo>
                  <a:pt x="165439" y="48833"/>
                </a:lnTo>
                <a:lnTo>
                  <a:pt x="168226" y="48833"/>
                </a:lnTo>
                <a:lnTo>
                  <a:pt x="168638" y="53964"/>
                </a:lnTo>
                <a:lnTo>
                  <a:pt x="169081" y="48833"/>
                </a:lnTo>
                <a:close/>
                <a:moveTo>
                  <a:pt x="179342" y="48833"/>
                </a:moveTo>
                <a:lnTo>
                  <a:pt x="179342" y="63876"/>
                </a:lnTo>
                <a:lnTo>
                  <a:pt x="177600" y="63876"/>
                </a:lnTo>
                <a:lnTo>
                  <a:pt x="177600" y="57479"/>
                </a:lnTo>
                <a:lnTo>
                  <a:pt x="177093" y="63876"/>
                </a:lnTo>
                <a:lnTo>
                  <a:pt x="175193" y="63876"/>
                </a:lnTo>
                <a:lnTo>
                  <a:pt x="174655" y="57479"/>
                </a:lnTo>
                <a:lnTo>
                  <a:pt x="174655" y="63876"/>
                </a:lnTo>
                <a:lnTo>
                  <a:pt x="172913" y="63876"/>
                </a:lnTo>
                <a:lnTo>
                  <a:pt x="172913" y="48833"/>
                </a:lnTo>
                <a:lnTo>
                  <a:pt x="175732" y="48833"/>
                </a:lnTo>
                <a:lnTo>
                  <a:pt x="176143" y="53964"/>
                </a:lnTo>
                <a:lnTo>
                  <a:pt x="176555" y="48833"/>
                </a:lnTo>
                <a:close/>
                <a:moveTo>
                  <a:pt x="186816" y="48833"/>
                </a:moveTo>
                <a:lnTo>
                  <a:pt x="186816" y="63876"/>
                </a:lnTo>
                <a:lnTo>
                  <a:pt x="185106" y="63876"/>
                </a:lnTo>
                <a:lnTo>
                  <a:pt x="185106" y="57479"/>
                </a:lnTo>
                <a:lnTo>
                  <a:pt x="184567" y="63876"/>
                </a:lnTo>
                <a:lnTo>
                  <a:pt x="182667" y="63876"/>
                </a:lnTo>
                <a:lnTo>
                  <a:pt x="182129" y="57479"/>
                </a:lnTo>
                <a:lnTo>
                  <a:pt x="182129" y="63876"/>
                </a:lnTo>
                <a:lnTo>
                  <a:pt x="180387" y="63876"/>
                </a:lnTo>
                <a:lnTo>
                  <a:pt x="180387" y="48833"/>
                </a:lnTo>
                <a:lnTo>
                  <a:pt x="183206" y="48833"/>
                </a:lnTo>
                <a:lnTo>
                  <a:pt x="183617" y="53964"/>
                </a:lnTo>
                <a:lnTo>
                  <a:pt x="184029" y="48833"/>
                </a:lnTo>
                <a:close/>
                <a:moveTo>
                  <a:pt x="194321" y="48833"/>
                </a:moveTo>
                <a:lnTo>
                  <a:pt x="194321" y="63876"/>
                </a:lnTo>
                <a:lnTo>
                  <a:pt x="192580" y="63876"/>
                </a:lnTo>
                <a:lnTo>
                  <a:pt x="192580" y="57479"/>
                </a:lnTo>
                <a:lnTo>
                  <a:pt x="192041" y="63876"/>
                </a:lnTo>
                <a:lnTo>
                  <a:pt x="190141" y="63876"/>
                </a:lnTo>
                <a:lnTo>
                  <a:pt x="189603" y="57479"/>
                </a:lnTo>
                <a:lnTo>
                  <a:pt x="189603" y="63876"/>
                </a:lnTo>
                <a:lnTo>
                  <a:pt x="187861" y="63876"/>
                </a:lnTo>
                <a:lnTo>
                  <a:pt x="187861" y="48833"/>
                </a:lnTo>
                <a:lnTo>
                  <a:pt x="190679" y="48833"/>
                </a:lnTo>
                <a:lnTo>
                  <a:pt x="191091" y="53964"/>
                </a:lnTo>
                <a:lnTo>
                  <a:pt x="191503" y="48833"/>
                </a:lnTo>
                <a:close/>
                <a:moveTo>
                  <a:pt x="201795" y="48833"/>
                </a:moveTo>
                <a:lnTo>
                  <a:pt x="201795" y="63876"/>
                </a:lnTo>
                <a:lnTo>
                  <a:pt x="200054" y="63876"/>
                </a:lnTo>
                <a:lnTo>
                  <a:pt x="200054" y="57479"/>
                </a:lnTo>
                <a:lnTo>
                  <a:pt x="199515" y="63876"/>
                </a:lnTo>
                <a:lnTo>
                  <a:pt x="197615" y="63876"/>
                </a:lnTo>
                <a:lnTo>
                  <a:pt x="197077" y="57479"/>
                </a:lnTo>
                <a:lnTo>
                  <a:pt x="197077" y="63876"/>
                </a:lnTo>
                <a:lnTo>
                  <a:pt x="195366" y="63876"/>
                </a:lnTo>
                <a:lnTo>
                  <a:pt x="195366" y="48833"/>
                </a:lnTo>
                <a:lnTo>
                  <a:pt x="198153" y="48833"/>
                </a:lnTo>
                <a:lnTo>
                  <a:pt x="198565" y="53964"/>
                </a:lnTo>
                <a:lnTo>
                  <a:pt x="198977" y="48833"/>
                </a:lnTo>
                <a:close/>
                <a:moveTo>
                  <a:pt x="209269" y="48833"/>
                </a:moveTo>
                <a:lnTo>
                  <a:pt x="209269" y="63876"/>
                </a:lnTo>
                <a:lnTo>
                  <a:pt x="207527" y="63876"/>
                </a:lnTo>
                <a:lnTo>
                  <a:pt x="207527" y="57479"/>
                </a:lnTo>
                <a:lnTo>
                  <a:pt x="207021" y="63876"/>
                </a:lnTo>
                <a:lnTo>
                  <a:pt x="205089" y="63876"/>
                </a:lnTo>
                <a:lnTo>
                  <a:pt x="204582" y="57479"/>
                </a:lnTo>
                <a:lnTo>
                  <a:pt x="204582" y="63876"/>
                </a:lnTo>
                <a:lnTo>
                  <a:pt x="202840" y="63876"/>
                </a:lnTo>
                <a:lnTo>
                  <a:pt x="202840" y="48833"/>
                </a:lnTo>
                <a:lnTo>
                  <a:pt x="205627" y="48833"/>
                </a:lnTo>
                <a:lnTo>
                  <a:pt x="206039" y="53964"/>
                </a:lnTo>
                <a:lnTo>
                  <a:pt x="206451" y="48833"/>
                </a:lnTo>
                <a:close/>
                <a:moveTo>
                  <a:pt x="216743" y="48833"/>
                </a:moveTo>
                <a:lnTo>
                  <a:pt x="216743" y="63876"/>
                </a:lnTo>
                <a:lnTo>
                  <a:pt x="215001" y="63876"/>
                </a:lnTo>
                <a:lnTo>
                  <a:pt x="215001" y="57479"/>
                </a:lnTo>
                <a:lnTo>
                  <a:pt x="214495" y="63876"/>
                </a:lnTo>
                <a:lnTo>
                  <a:pt x="212563" y="63876"/>
                </a:lnTo>
                <a:lnTo>
                  <a:pt x="212056" y="57479"/>
                </a:lnTo>
                <a:lnTo>
                  <a:pt x="212056" y="63876"/>
                </a:lnTo>
                <a:lnTo>
                  <a:pt x="210314" y="63876"/>
                </a:lnTo>
                <a:lnTo>
                  <a:pt x="210314" y="48833"/>
                </a:lnTo>
                <a:lnTo>
                  <a:pt x="213101" y="48833"/>
                </a:lnTo>
                <a:lnTo>
                  <a:pt x="213513" y="53964"/>
                </a:lnTo>
                <a:lnTo>
                  <a:pt x="213956" y="48833"/>
                </a:lnTo>
                <a:close/>
                <a:moveTo>
                  <a:pt x="224217" y="48833"/>
                </a:moveTo>
                <a:lnTo>
                  <a:pt x="224217" y="63876"/>
                </a:lnTo>
                <a:lnTo>
                  <a:pt x="222475" y="63876"/>
                </a:lnTo>
                <a:lnTo>
                  <a:pt x="222475" y="57479"/>
                </a:lnTo>
                <a:lnTo>
                  <a:pt x="221969" y="63876"/>
                </a:lnTo>
                <a:lnTo>
                  <a:pt x="220037" y="63876"/>
                </a:lnTo>
                <a:lnTo>
                  <a:pt x="219530" y="57479"/>
                </a:lnTo>
                <a:lnTo>
                  <a:pt x="219530" y="63876"/>
                </a:lnTo>
                <a:lnTo>
                  <a:pt x="217788" y="63876"/>
                </a:lnTo>
                <a:lnTo>
                  <a:pt x="217788" y="48833"/>
                </a:lnTo>
                <a:lnTo>
                  <a:pt x="220575" y="48833"/>
                </a:lnTo>
                <a:lnTo>
                  <a:pt x="221018" y="53964"/>
                </a:lnTo>
                <a:lnTo>
                  <a:pt x="221430" y="48833"/>
                </a:lnTo>
                <a:close/>
                <a:moveTo>
                  <a:pt x="231691" y="48833"/>
                </a:moveTo>
                <a:lnTo>
                  <a:pt x="231691" y="63876"/>
                </a:lnTo>
                <a:lnTo>
                  <a:pt x="229981" y="63876"/>
                </a:lnTo>
                <a:lnTo>
                  <a:pt x="229981" y="57479"/>
                </a:lnTo>
                <a:lnTo>
                  <a:pt x="229442" y="63876"/>
                </a:lnTo>
                <a:lnTo>
                  <a:pt x="227542" y="63876"/>
                </a:lnTo>
                <a:lnTo>
                  <a:pt x="227004" y="57479"/>
                </a:lnTo>
                <a:lnTo>
                  <a:pt x="227004" y="63876"/>
                </a:lnTo>
                <a:lnTo>
                  <a:pt x="225262" y="63876"/>
                </a:lnTo>
                <a:lnTo>
                  <a:pt x="225262" y="48833"/>
                </a:lnTo>
                <a:lnTo>
                  <a:pt x="228049" y="48833"/>
                </a:lnTo>
                <a:lnTo>
                  <a:pt x="228492" y="53964"/>
                </a:lnTo>
                <a:lnTo>
                  <a:pt x="228904" y="48833"/>
                </a:lnTo>
                <a:close/>
                <a:moveTo>
                  <a:pt x="239165" y="48833"/>
                </a:moveTo>
                <a:lnTo>
                  <a:pt x="239165" y="63876"/>
                </a:lnTo>
                <a:lnTo>
                  <a:pt x="237455" y="63876"/>
                </a:lnTo>
                <a:lnTo>
                  <a:pt x="237455" y="57479"/>
                </a:lnTo>
                <a:lnTo>
                  <a:pt x="236916" y="63876"/>
                </a:lnTo>
                <a:lnTo>
                  <a:pt x="235016" y="63876"/>
                </a:lnTo>
                <a:lnTo>
                  <a:pt x="234478" y="57479"/>
                </a:lnTo>
                <a:lnTo>
                  <a:pt x="234478" y="63876"/>
                </a:lnTo>
                <a:lnTo>
                  <a:pt x="232736" y="63876"/>
                </a:lnTo>
                <a:lnTo>
                  <a:pt x="232736" y="48833"/>
                </a:lnTo>
                <a:lnTo>
                  <a:pt x="235555" y="48833"/>
                </a:lnTo>
                <a:lnTo>
                  <a:pt x="235966" y="53964"/>
                </a:lnTo>
                <a:lnTo>
                  <a:pt x="236378" y="48833"/>
                </a:lnTo>
                <a:close/>
                <a:moveTo>
                  <a:pt x="246670" y="48833"/>
                </a:moveTo>
                <a:lnTo>
                  <a:pt x="246670" y="63876"/>
                </a:lnTo>
                <a:lnTo>
                  <a:pt x="244929" y="63876"/>
                </a:lnTo>
                <a:lnTo>
                  <a:pt x="244929" y="57479"/>
                </a:lnTo>
                <a:lnTo>
                  <a:pt x="244390" y="63876"/>
                </a:lnTo>
                <a:lnTo>
                  <a:pt x="242490" y="63876"/>
                </a:lnTo>
                <a:lnTo>
                  <a:pt x="241952" y="57479"/>
                </a:lnTo>
                <a:lnTo>
                  <a:pt x="241952" y="63876"/>
                </a:lnTo>
                <a:lnTo>
                  <a:pt x="240242" y="63876"/>
                </a:lnTo>
                <a:lnTo>
                  <a:pt x="240242" y="48833"/>
                </a:lnTo>
                <a:lnTo>
                  <a:pt x="243028" y="48833"/>
                </a:lnTo>
                <a:lnTo>
                  <a:pt x="243440" y="53964"/>
                </a:lnTo>
                <a:lnTo>
                  <a:pt x="243852" y="48833"/>
                </a:lnTo>
                <a:close/>
                <a:moveTo>
                  <a:pt x="254144" y="48833"/>
                </a:moveTo>
                <a:lnTo>
                  <a:pt x="254144" y="63876"/>
                </a:lnTo>
                <a:lnTo>
                  <a:pt x="252402" y="63876"/>
                </a:lnTo>
                <a:lnTo>
                  <a:pt x="252402" y="57479"/>
                </a:lnTo>
                <a:lnTo>
                  <a:pt x="251864" y="63876"/>
                </a:lnTo>
                <a:lnTo>
                  <a:pt x="249964" y="63876"/>
                </a:lnTo>
                <a:lnTo>
                  <a:pt x="249426" y="57479"/>
                </a:lnTo>
                <a:lnTo>
                  <a:pt x="249426" y="63876"/>
                </a:lnTo>
                <a:lnTo>
                  <a:pt x="247715" y="63876"/>
                </a:lnTo>
                <a:lnTo>
                  <a:pt x="247715" y="48833"/>
                </a:lnTo>
                <a:lnTo>
                  <a:pt x="250502" y="48833"/>
                </a:lnTo>
                <a:lnTo>
                  <a:pt x="250914" y="53964"/>
                </a:lnTo>
                <a:lnTo>
                  <a:pt x="251326" y="48833"/>
                </a:lnTo>
                <a:close/>
                <a:moveTo>
                  <a:pt x="261618" y="48833"/>
                </a:moveTo>
                <a:lnTo>
                  <a:pt x="261618" y="63876"/>
                </a:lnTo>
                <a:lnTo>
                  <a:pt x="259876" y="63876"/>
                </a:lnTo>
                <a:lnTo>
                  <a:pt x="259876" y="57479"/>
                </a:lnTo>
                <a:lnTo>
                  <a:pt x="259338" y="63876"/>
                </a:lnTo>
                <a:lnTo>
                  <a:pt x="257438" y="63876"/>
                </a:lnTo>
                <a:lnTo>
                  <a:pt x="256899" y="57479"/>
                </a:lnTo>
                <a:lnTo>
                  <a:pt x="256899" y="63876"/>
                </a:lnTo>
                <a:lnTo>
                  <a:pt x="255189" y="63876"/>
                </a:lnTo>
                <a:lnTo>
                  <a:pt x="255189" y="48833"/>
                </a:lnTo>
                <a:lnTo>
                  <a:pt x="257976" y="48833"/>
                </a:lnTo>
                <a:lnTo>
                  <a:pt x="258388" y="53964"/>
                </a:lnTo>
                <a:lnTo>
                  <a:pt x="258831" y="48833"/>
                </a:lnTo>
                <a:close/>
                <a:moveTo>
                  <a:pt x="269092" y="48833"/>
                </a:moveTo>
                <a:lnTo>
                  <a:pt x="269092" y="63876"/>
                </a:lnTo>
                <a:lnTo>
                  <a:pt x="267350" y="63876"/>
                </a:lnTo>
                <a:lnTo>
                  <a:pt x="267350" y="57479"/>
                </a:lnTo>
                <a:lnTo>
                  <a:pt x="266844" y="63876"/>
                </a:lnTo>
                <a:lnTo>
                  <a:pt x="264912" y="63876"/>
                </a:lnTo>
                <a:lnTo>
                  <a:pt x="264405" y="57479"/>
                </a:lnTo>
                <a:lnTo>
                  <a:pt x="264405" y="63876"/>
                </a:lnTo>
                <a:lnTo>
                  <a:pt x="262663" y="63876"/>
                </a:lnTo>
                <a:lnTo>
                  <a:pt x="262663" y="48833"/>
                </a:lnTo>
                <a:lnTo>
                  <a:pt x="265450" y="48833"/>
                </a:lnTo>
                <a:lnTo>
                  <a:pt x="265862" y="53964"/>
                </a:lnTo>
                <a:lnTo>
                  <a:pt x="266305" y="48833"/>
                </a:lnTo>
                <a:close/>
                <a:moveTo>
                  <a:pt x="276566" y="48833"/>
                </a:moveTo>
                <a:lnTo>
                  <a:pt x="276566" y="63876"/>
                </a:lnTo>
                <a:lnTo>
                  <a:pt x="274824" y="63876"/>
                </a:lnTo>
                <a:lnTo>
                  <a:pt x="274824" y="57479"/>
                </a:lnTo>
                <a:lnTo>
                  <a:pt x="274317" y="63876"/>
                </a:lnTo>
                <a:lnTo>
                  <a:pt x="272386" y="63876"/>
                </a:lnTo>
                <a:lnTo>
                  <a:pt x="271879" y="57479"/>
                </a:lnTo>
                <a:lnTo>
                  <a:pt x="271879" y="63876"/>
                </a:lnTo>
                <a:lnTo>
                  <a:pt x="270137" y="63876"/>
                </a:lnTo>
                <a:lnTo>
                  <a:pt x="270137" y="48833"/>
                </a:lnTo>
                <a:lnTo>
                  <a:pt x="272924" y="48833"/>
                </a:lnTo>
                <a:lnTo>
                  <a:pt x="273367" y="53964"/>
                </a:lnTo>
                <a:lnTo>
                  <a:pt x="273779" y="48833"/>
                </a:lnTo>
                <a:close/>
                <a:moveTo>
                  <a:pt x="284040" y="48833"/>
                </a:moveTo>
                <a:lnTo>
                  <a:pt x="284040" y="63876"/>
                </a:lnTo>
                <a:lnTo>
                  <a:pt x="282298" y="63876"/>
                </a:lnTo>
                <a:lnTo>
                  <a:pt x="282298" y="57479"/>
                </a:lnTo>
                <a:lnTo>
                  <a:pt x="281791" y="63876"/>
                </a:lnTo>
                <a:lnTo>
                  <a:pt x="279860" y="63876"/>
                </a:lnTo>
                <a:lnTo>
                  <a:pt x="279353" y="57479"/>
                </a:lnTo>
                <a:lnTo>
                  <a:pt x="279353" y="63876"/>
                </a:lnTo>
                <a:lnTo>
                  <a:pt x="277611" y="63876"/>
                </a:lnTo>
                <a:lnTo>
                  <a:pt x="277611" y="48833"/>
                </a:lnTo>
                <a:lnTo>
                  <a:pt x="280430" y="48833"/>
                </a:lnTo>
                <a:lnTo>
                  <a:pt x="280841" y="53964"/>
                </a:lnTo>
                <a:lnTo>
                  <a:pt x="281253" y="48833"/>
                </a:lnTo>
                <a:close/>
                <a:moveTo>
                  <a:pt x="7347" y="64700"/>
                </a:moveTo>
                <a:lnTo>
                  <a:pt x="7347" y="79742"/>
                </a:lnTo>
                <a:lnTo>
                  <a:pt x="5605" y="79742"/>
                </a:lnTo>
                <a:lnTo>
                  <a:pt x="5605" y="73345"/>
                </a:lnTo>
                <a:lnTo>
                  <a:pt x="5099" y="79742"/>
                </a:lnTo>
                <a:lnTo>
                  <a:pt x="3167" y="79742"/>
                </a:lnTo>
                <a:lnTo>
                  <a:pt x="2629" y="73345"/>
                </a:lnTo>
                <a:lnTo>
                  <a:pt x="2629" y="79742"/>
                </a:lnTo>
                <a:lnTo>
                  <a:pt x="918" y="79742"/>
                </a:lnTo>
                <a:lnTo>
                  <a:pt x="918" y="64700"/>
                </a:lnTo>
                <a:lnTo>
                  <a:pt x="3705" y="64700"/>
                </a:lnTo>
                <a:lnTo>
                  <a:pt x="4117" y="69830"/>
                </a:lnTo>
                <a:lnTo>
                  <a:pt x="4529" y="64700"/>
                </a:lnTo>
                <a:close/>
                <a:moveTo>
                  <a:pt x="14821" y="64700"/>
                </a:moveTo>
                <a:lnTo>
                  <a:pt x="14821" y="79742"/>
                </a:lnTo>
                <a:lnTo>
                  <a:pt x="13079" y="79742"/>
                </a:lnTo>
                <a:lnTo>
                  <a:pt x="13079" y="73345"/>
                </a:lnTo>
                <a:lnTo>
                  <a:pt x="12573" y="79742"/>
                </a:lnTo>
                <a:lnTo>
                  <a:pt x="10641" y="79742"/>
                </a:lnTo>
                <a:lnTo>
                  <a:pt x="10134" y="73345"/>
                </a:lnTo>
                <a:lnTo>
                  <a:pt x="10134" y="79742"/>
                </a:lnTo>
                <a:lnTo>
                  <a:pt x="8392" y="79742"/>
                </a:lnTo>
                <a:lnTo>
                  <a:pt x="8392" y="64700"/>
                </a:lnTo>
                <a:lnTo>
                  <a:pt x="11179" y="64700"/>
                </a:lnTo>
                <a:lnTo>
                  <a:pt x="11591" y="69830"/>
                </a:lnTo>
                <a:lnTo>
                  <a:pt x="12034" y="64700"/>
                </a:lnTo>
                <a:close/>
                <a:moveTo>
                  <a:pt x="22295" y="64700"/>
                </a:moveTo>
                <a:lnTo>
                  <a:pt x="22295" y="79742"/>
                </a:lnTo>
                <a:lnTo>
                  <a:pt x="20553" y="79742"/>
                </a:lnTo>
                <a:lnTo>
                  <a:pt x="20553" y="73345"/>
                </a:lnTo>
                <a:lnTo>
                  <a:pt x="20047" y="79742"/>
                </a:lnTo>
                <a:lnTo>
                  <a:pt x="18115" y="79742"/>
                </a:lnTo>
                <a:lnTo>
                  <a:pt x="17608" y="73345"/>
                </a:lnTo>
                <a:lnTo>
                  <a:pt x="17608" y="79742"/>
                </a:lnTo>
                <a:lnTo>
                  <a:pt x="15866" y="79742"/>
                </a:lnTo>
                <a:lnTo>
                  <a:pt x="15866" y="64700"/>
                </a:lnTo>
                <a:lnTo>
                  <a:pt x="18653" y="64700"/>
                </a:lnTo>
                <a:lnTo>
                  <a:pt x="19096" y="69830"/>
                </a:lnTo>
                <a:lnTo>
                  <a:pt x="19508" y="64700"/>
                </a:lnTo>
                <a:close/>
                <a:moveTo>
                  <a:pt x="29769" y="64700"/>
                </a:moveTo>
                <a:lnTo>
                  <a:pt x="29769" y="79742"/>
                </a:lnTo>
                <a:lnTo>
                  <a:pt x="28059" y="79742"/>
                </a:lnTo>
                <a:lnTo>
                  <a:pt x="28059" y="73345"/>
                </a:lnTo>
                <a:lnTo>
                  <a:pt x="27520" y="79742"/>
                </a:lnTo>
                <a:lnTo>
                  <a:pt x="25589" y="79742"/>
                </a:lnTo>
                <a:lnTo>
                  <a:pt x="25082" y="73345"/>
                </a:lnTo>
                <a:lnTo>
                  <a:pt x="25082" y="79742"/>
                </a:lnTo>
                <a:lnTo>
                  <a:pt x="23340" y="79742"/>
                </a:lnTo>
                <a:lnTo>
                  <a:pt x="23340" y="64700"/>
                </a:lnTo>
                <a:lnTo>
                  <a:pt x="26159" y="64700"/>
                </a:lnTo>
                <a:lnTo>
                  <a:pt x="26570" y="69830"/>
                </a:lnTo>
                <a:lnTo>
                  <a:pt x="26982" y="64700"/>
                </a:lnTo>
                <a:close/>
                <a:moveTo>
                  <a:pt x="37243" y="64700"/>
                </a:moveTo>
                <a:lnTo>
                  <a:pt x="37243" y="79742"/>
                </a:lnTo>
                <a:lnTo>
                  <a:pt x="35533" y="79742"/>
                </a:lnTo>
                <a:lnTo>
                  <a:pt x="35533" y="73345"/>
                </a:lnTo>
                <a:lnTo>
                  <a:pt x="34994" y="79742"/>
                </a:lnTo>
                <a:lnTo>
                  <a:pt x="33094" y="79742"/>
                </a:lnTo>
                <a:lnTo>
                  <a:pt x="32556" y="73345"/>
                </a:lnTo>
                <a:lnTo>
                  <a:pt x="32556" y="79742"/>
                </a:lnTo>
                <a:lnTo>
                  <a:pt x="30814" y="79742"/>
                </a:lnTo>
                <a:lnTo>
                  <a:pt x="30814" y="64700"/>
                </a:lnTo>
                <a:lnTo>
                  <a:pt x="33633" y="64700"/>
                </a:lnTo>
                <a:lnTo>
                  <a:pt x="34044" y="69830"/>
                </a:lnTo>
                <a:lnTo>
                  <a:pt x="34456" y="64700"/>
                </a:lnTo>
                <a:close/>
                <a:moveTo>
                  <a:pt x="44748" y="64700"/>
                </a:moveTo>
                <a:lnTo>
                  <a:pt x="44748" y="79742"/>
                </a:lnTo>
                <a:lnTo>
                  <a:pt x="43007" y="79742"/>
                </a:lnTo>
                <a:lnTo>
                  <a:pt x="43007" y="73345"/>
                </a:lnTo>
                <a:lnTo>
                  <a:pt x="42468" y="79742"/>
                </a:lnTo>
                <a:lnTo>
                  <a:pt x="40568" y="79742"/>
                </a:lnTo>
                <a:lnTo>
                  <a:pt x="40030" y="73345"/>
                </a:lnTo>
                <a:lnTo>
                  <a:pt x="40030" y="79742"/>
                </a:lnTo>
                <a:lnTo>
                  <a:pt x="38320" y="79742"/>
                </a:lnTo>
                <a:lnTo>
                  <a:pt x="38320" y="64700"/>
                </a:lnTo>
                <a:lnTo>
                  <a:pt x="41106" y="64700"/>
                </a:lnTo>
                <a:lnTo>
                  <a:pt x="41518" y="69830"/>
                </a:lnTo>
                <a:lnTo>
                  <a:pt x="41930" y="64700"/>
                </a:lnTo>
                <a:close/>
                <a:moveTo>
                  <a:pt x="52222" y="64700"/>
                </a:moveTo>
                <a:lnTo>
                  <a:pt x="52222" y="79742"/>
                </a:lnTo>
                <a:lnTo>
                  <a:pt x="50480" y="79742"/>
                </a:lnTo>
                <a:lnTo>
                  <a:pt x="50480" y="73345"/>
                </a:lnTo>
                <a:lnTo>
                  <a:pt x="49942" y="79742"/>
                </a:lnTo>
                <a:lnTo>
                  <a:pt x="48042" y="79742"/>
                </a:lnTo>
                <a:lnTo>
                  <a:pt x="47504" y="73345"/>
                </a:lnTo>
                <a:lnTo>
                  <a:pt x="47504" y="79742"/>
                </a:lnTo>
                <a:lnTo>
                  <a:pt x="45793" y="79742"/>
                </a:lnTo>
                <a:lnTo>
                  <a:pt x="45793" y="64700"/>
                </a:lnTo>
                <a:lnTo>
                  <a:pt x="48580" y="64700"/>
                </a:lnTo>
                <a:lnTo>
                  <a:pt x="48992" y="69830"/>
                </a:lnTo>
                <a:lnTo>
                  <a:pt x="49404" y="64700"/>
                </a:lnTo>
                <a:close/>
                <a:moveTo>
                  <a:pt x="59696" y="64700"/>
                </a:moveTo>
                <a:lnTo>
                  <a:pt x="59696" y="79742"/>
                </a:lnTo>
                <a:lnTo>
                  <a:pt x="57954" y="79742"/>
                </a:lnTo>
                <a:lnTo>
                  <a:pt x="57954" y="73345"/>
                </a:lnTo>
                <a:lnTo>
                  <a:pt x="57448" y="79742"/>
                </a:lnTo>
                <a:lnTo>
                  <a:pt x="55516" y="79742"/>
                </a:lnTo>
                <a:lnTo>
                  <a:pt x="54978" y="73345"/>
                </a:lnTo>
                <a:lnTo>
                  <a:pt x="54978" y="79742"/>
                </a:lnTo>
                <a:lnTo>
                  <a:pt x="53267" y="79742"/>
                </a:lnTo>
                <a:lnTo>
                  <a:pt x="53267" y="64700"/>
                </a:lnTo>
                <a:lnTo>
                  <a:pt x="56054" y="64700"/>
                </a:lnTo>
                <a:lnTo>
                  <a:pt x="56466" y="69830"/>
                </a:lnTo>
                <a:lnTo>
                  <a:pt x="56878" y="64700"/>
                </a:lnTo>
                <a:close/>
                <a:moveTo>
                  <a:pt x="67170" y="64700"/>
                </a:moveTo>
                <a:lnTo>
                  <a:pt x="67170" y="79742"/>
                </a:lnTo>
                <a:lnTo>
                  <a:pt x="65428" y="79742"/>
                </a:lnTo>
                <a:lnTo>
                  <a:pt x="65428" y="73345"/>
                </a:lnTo>
                <a:lnTo>
                  <a:pt x="64922" y="79742"/>
                </a:lnTo>
                <a:lnTo>
                  <a:pt x="62990" y="79742"/>
                </a:lnTo>
                <a:lnTo>
                  <a:pt x="62483" y="73345"/>
                </a:lnTo>
                <a:lnTo>
                  <a:pt x="62483" y="79742"/>
                </a:lnTo>
                <a:lnTo>
                  <a:pt x="60741" y="79742"/>
                </a:lnTo>
                <a:lnTo>
                  <a:pt x="60741" y="64700"/>
                </a:lnTo>
                <a:lnTo>
                  <a:pt x="63528" y="64700"/>
                </a:lnTo>
                <a:lnTo>
                  <a:pt x="63940" y="69830"/>
                </a:lnTo>
                <a:lnTo>
                  <a:pt x="64383" y="64700"/>
                </a:lnTo>
                <a:close/>
                <a:moveTo>
                  <a:pt x="74644" y="64700"/>
                </a:moveTo>
                <a:lnTo>
                  <a:pt x="74644" y="79742"/>
                </a:lnTo>
                <a:lnTo>
                  <a:pt x="72902" y="79742"/>
                </a:lnTo>
                <a:lnTo>
                  <a:pt x="72902" y="73345"/>
                </a:lnTo>
                <a:lnTo>
                  <a:pt x="72395" y="79742"/>
                </a:lnTo>
                <a:lnTo>
                  <a:pt x="70464" y="79742"/>
                </a:lnTo>
                <a:lnTo>
                  <a:pt x="69957" y="73345"/>
                </a:lnTo>
                <a:lnTo>
                  <a:pt x="69957" y="79742"/>
                </a:lnTo>
                <a:lnTo>
                  <a:pt x="68215" y="79742"/>
                </a:lnTo>
                <a:lnTo>
                  <a:pt x="68215" y="64700"/>
                </a:lnTo>
                <a:lnTo>
                  <a:pt x="71002" y="64700"/>
                </a:lnTo>
                <a:lnTo>
                  <a:pt x="71445" y="69830"/>
                </a:lnTo>
                <a:lnTo>
                  <a:pt x="71857" y="64700"/>
                </a:lnTo>
                <a:close/>
                <a:moveTo>
                  <a:pt x="82118" y="64700"/>
                </a:moveTo>
                <a:lnTo>
                  <a:pt x="82118" y="79742"/>
                </a:lnTo>
                <a:lnTo>
                  <a:pt x="80376" y="79742"/>
                </a:lnTo>
                <a:lnTo>
                  <a:pt x="80376" y="73345"/>
                </a:lnTo>
                <a:lnTo>
                  <a:pt x="79869" y="79742"/>
                </a:lnTo>
                <a:lnTo>
                  <a:pt x="77969" y="79742"/>
                </a:lnTo>
                <a:lnTo>
                  <a:pt x="77431" y="73345"/>
                </a:lnTo>
                <a:lnTo>
                  <a:pt x="77431" y="79742"/>
                </a:lnTo>
                <a:lnTo>
                  <a:pt x="75689" y="79742"/>
                </a:lnTo>
                <a:lnTo>
                  <a:pt x="75689" y="64700"/>
                </a:lnTo>
                <a:lnTo>
                  <a:pt x="78508" y="64700"/>
                </a:lnTo>
                <a:lnTo>
                  <a:pt x="78919" y="69830"/>
                </a:lnTo>
                <a:lnTo>
                  <a:pt x="79331" y="64700"/>
                </a:lnTo>
                <a:close/>
                <a:moveTo>
                  <a:pt x="89623" y="64700"/>
                </a:moveTo>
                <a:lnTo>
                  <a:pt x="89623" y="79742"/>
                </a:lnTo>
                <a:lnTo>
                  <a:pt x="87882" y="79742"/>
                </a:lnTo>
                <a:lnTo>
                  <a:pt x="87882" y="73345"/>
                </a:lnTo>
                <a:lnTo>
                  <a:pt x="87343" y="79742"/>
                </a:lnTo>
                <a:lnTo>
                  <a:pt x="85443" y="79742"/>
                </a:lnTo>
                <a:lnTo>
                  <a:pt x="84905" y="73345"/>
                </a:lnTo>
                <a:lnTo>
                  <a:pt x="84905" y="79742"/>
                </a:lnTo>
                <a:lnTo>
                  <a:pt x="83163" y="79742"/>
                </a:lnTo>
                <a:lnTo>
                  <a:pt x="83163" y="64700"/>
                </a:lnTo>
                <a:lnTo>
                  <a:pt x="85982" y="64700"/>
                </a:lnTo>
                <a:lnTo>
                  <a:pt x="86393" y="69830"/>
                </a:lnTo>
                <a:lnTo>
                  <a:pt x="86805" y="64700"/>
                </a:lnTo>
                <a:close/>
                <a:moveTo>
                  <a:pt x="97097" y="64700"/>
                </a:moveTo>
                <a:lnTo>
                  <a:pt x="97097" y="79742"/>
                </a:lnTo>
                <a:lnTo>
                  <a:pt x="95356" y="79742"/>
                </a:lnTo>
                <a:lnTo>
                  <a:pt x="95356" y="73345"/>
                </a:lnTo>
                <a:lnTo>
                  <a:pt x="94817" y="79742"/>
                </a:lnTo>
                <a:lnTo>
                  <a:pt x="92917" y="79742"/>
                </a:lnTo>
                <a:lnTo>
                  <a:pt x="92379" y="73345"/>
                </a:lnTo>
                <a:lnTo>
                  <a:pt x="92379" y="79742"/>
                </a:lnTo>
                <a:lnTo>
                  <a:pt x="90637" y="79742"/>
                </a:lnTo>
                <a:lnTo>
                  <a:pt x="90637" y="64700"/>
                </a:lnTo>
                <a:lnTo>
                  <a:pt x="93455" y="64700"/>
                </a:lnTo>
                <a:lnTo>
                  <a:pt x="93867" y="69830"/>
                </a:lnTo>
                <a:lnTo>
                  <a:pt x="94279" y="64700"/>
                </a:lnTo>
                <a:close/>
                <a:moveTo>
                  <a:pt x="104571" y="64700"/>
                </a:moveTo>
                <a:lnTo>
                  <a:pt x="104571" y="79742"/>
                </a:lnTo>
                <a:lnTo>
                  <a:pt x="102829" y="79742"/>
                </a:lnTo>
                <a:lnTo>
                  <a:pt x="102829" y="73345"/>
                </a:lnTo>
                <a:lnTo>
                  <a:pt x="102323" y="79742"/>
                </a:lnTo>
                <a:lnTo>
                  <a:pt x="100391" y="79742"/>
                </a:lnTo>
                <a:lnTo>
                  <a:pt x="99853" y="73345"/>
                </a:lnTo>
                <a:lnTo>
                  <a:pt x="99853" y="79742"/>
                </a:lnTo>
                <a:lnTo>
                  <a:pt x="98142" y="79742"/>
                </a:lnTo>
                <a:lnTo>
                  <a:pt x="98142" y="64700"/>
                </a:lnTo>
                <a:lnTo>
                  <a:pt x="100929" y="64700"/>
                </a:lnTo>
                <a:lnTo>
                  <a:pt x="101341" y="69830"/>
                </a:lnTo>
                <a:lnTo>
                  <a:pt x="101753" y="64700"/>
                </a:lnTo>
                <a:close/>
                <a:moveTo>
                  <a:pt x="112045" y="64700"/>
                </a:moveTo>
                <a:lnTo>
                  <a:pt x="112045" y="79742"/>
                </a:lnTo>
                <a:lnTo>
                  <a:pt x="110303" y="79742"/>
                </a:lnTo>
                <a:lnTo>
                  <a:pt x="110303" y="73345"/>
                </a:lnTo>
                <a:lnTo>
                  <a:pt x="109797" y="79742"/>
                </a:lnTo>
                <a:lnTo>
                  <a:pt x="107865" y="79742"/>
                </a:lnTo>
                <a:lnTo>
                  <a:pt x="107358" y="73345"/>
                </a:lnTo>
                <a:lnTo>
                  <a:pt x="107358" y="79742"/>
                </a:lnTo>
                <a:lnTo>
                  <a:pt x="105616" y="79742"/>
                </a:lnTo>
                <a:lnTo>
                  <a:pt x="105616" y="64700"/>
                </a:lnTo>
                <a:lnTo>
                  <a:pt x="108403" y="64700"/>
                </a:lnTo>
                <a:lnTo>
                  <a:pt x="108815" y="69830"/>
                </a:lnTo>
                <a:lnTo>
                  <a:pt x="109258" y="64700"/>
                </a:lnTo>
                <a:close/>
                <a:moveTo>
                  <a:pt x="119519" y="64700"/>
                </a:moveTo>
                <a:lnTo>
                  <a:pt x="119519" y="79742"/>
                </a:lnTo>
                <a:lnTo>
                  <a:pt x="117777" y="79742"/>
                </a:lnTo>
                <a:lnTo>
                  <a:pt x="117777" y="73345"/>
                </a:lnTo>
                <a:lnTo>
                  <a:pt x="117271" y="79742"/>
                </a:lnTo>
                <a:lnTo>
                  <a:pt x="115339" y="79742"/>
                </a:lnTo>
                <a:lnTo>
                  <a:pt x="114832" y="73345"/>
                </a:lnTo>
                <a:lnTo>
                  <a:pt x="114832" y="79742"/>
                </a:lnTo>
                <a:lnTo>
                  <a:pt x="113090" y="79742"/>
                </a:lnTo>
                <a:lnTo>
                  <a:pt x="113090" y="64700"/>
                </a:lnTo>
                <a:lnTo>
                  <a:pt x="115877" y="64700"/>
                </a:lnTo>
                <a:lnTo>
                  <a:pt x="116320" y="69830"/>
                </a:lnTo>
                <a:lnTo>
                  <a:pt x="116732" y="64700"/>
                </a:lnTo>
                <a:close/>
                <a:moveTo>
                  <a:pt x="126993" y="64700"/>
                </a:moveTo>
                <a:lnTo>
                  <a:pt x="126993" y="79742"/>
                </a:lnTo>
                <a:lnTo>
                  <a:pt x="125283" y="79742"/>
                </a:lnTo>
                <a:lnTo>
                  <a:pt x="125283" y="73345"/>
                </a:lnTo>
                <a:lnTo>
                  <a:pt x="124744" y="79742"/>
                </a:lnTo>
                <a:lnTo>
                  <a:pt x="122813" y="79742"/>
                </a:lnTo>
                <a:lnTo>
                  <a:pt x="122306" y="73345"/>
                </a:lnTo>
                <a:lnTo>
                  <a:pt x="122306" y="79742"/>
                </a:lnTo>
                <a:lnTo>
                  <a:pt x="120564" y="79742"/>
                </a:lnTo>
                <a:lnTo>
                  <a:pt x="120564" y="64700"/>
                </a:lnTo>
                <a:lnTo>
                  <a:pt x="123351" y="64700"/>
                </a:lnTo>
                <a:lnTo>
                  <a:pt x="123794" y="69830"/>
                </a:lnTo>
                <a:lnTo>
                  <a:pt x="124206" y="64700"/>
                </a:lnTo>
                <a:close/>
                <a:moveTo>
                  <a:pt x="134467" y="64700"/>
                </a:moveTo>
                <a:lnTo>
                  <a:pt x="134467" y="79742"/>
                </a:lnTo>
                <a:lnTo>
                  <a:pt x="132757" y="79742"/>
                </a:lnTo>
                <a:lnTo>
                  <a:pt x="132757" y="73345"/>
                </a:lnTo>
                <a:lnTo>
                  <a:pt x="132218" y="79742"/>
                </a:lnTo>
                <a:lnTo>
                  <a:pt x="130318" y="79742"/>
                </a:lnTo>
                <a:lnTo>
                  <a:pt x="129780" y="73345"/>
                </a:lnTo>
                <a:lnTo>
                  <a:pt x="129780" y="79742"/>
                </a:lnTo>
                <a:lnTo>
                  <a:pt x="128038" y="79742"/>
                </a:lnTo>
                <a:lnTo>
                  <a:pt x="128038" y="64700"/>
                </a:lnTo>
                <a:lnTo>
                  <a:pt x="130857" y="64700"/>
                </a:lnTo>
                <a:lnTo>
                  <a:pt x="131268" y="69830"/>
                </a:lnTo>
                <a:lnTo>
                  <a:pt x="131680" y="64700"/>
                </a:lnTo>
                <a:close/>
                <a:moveTo>
                  <a:pt x="141941" y="64700"/>
                </a:moveTo>
                <a:lnTo>
                  <a:pt x="141941" y="79742"/>
                </a:lnTo>
                <a:lnTo>
                  <a:pt x="140231" y="79742"/>
                </a:lnTo>
                <a:lnTo>
                  <a:pt x="140231" y="73345"/>
                </a:lnTo>
                <a:lnTo>
                  <a:pt x="139692" y="79742"/>
                </a:lnTo>
                <a:lnTo>
                  <a:pt x="137792" y="79742"/>
                </a:lnTo>
                <a:lnTo>
                  <a:pt x="137254" y="73345"/>
                </a:lnTo>
                <a:lnTo>
                  <a:pt x="137254" y="79742"/>
                </a:lnTo>
                <a:lnTo>
                  <a:pt x="135512" y="79742"/>
                </a:lnTo>
                <a:lnTo>
                  <a:pt x="135512" y="64700"/>
                </a:lnTo>
                <a:lnTo>
                  <a:pt x="138330" y="64700"/>
                </a:lnTo>
                <a:lnTo>
                  <a:pt x="138742" y="69830"/>
                </a:lnTo>
                <a:lnTo>
                  <a:pt x="139154" y="64700"/>
                </a:lnTo>
                <a:close/>
                <a:moveTo>
                  <a:pt x="149446" y="64700"/>
                </a:moveTo>
                <a:lnTo>
                  <a:pt x="149446" y="79742"/>
                </a:lnTo>
                <a:lnTo>
                  <a:pt x="147705" y="79742"/>
                </a:lnTo>
                <a:lnTo>
                  <a:pt x="147705" y="73345"/>
                </a:lnTo>
                <a:lnTo>
                  <a:pt x="147166" y="79742"/>
                </a:lnTo>
                <a:lnTo>
                  <a:pt x="145266" y="79742"/>
                </a:lnTo>
                <a:lnTo>
                  <a:pt x="144728" y="73345"/>
                </a:lnTo>
                <a:lnTo>
                  <a:pt x="144728" y="79742"/>
                </a:lnTo>
                <a:lnTo>
                  <a:pt x="142986" y="79742"/>
                </a:lnTo>
                <a:lnTo>
                  <a:pt x="142986" y="64700"/>
                </a:lnTo>
                <a:lnTo>
                  <a:pt x="145804" y="64700"/>
                </a:lnTo>
                <a:lnTo>
                  <a:pt x="146216" y="69830"/>
                </a:lnTo>
                <a:lnTo>
                  <a:pt x="146628" y="64700"/>
                </a:lnTo>
                <a:close/>
                <a:moveTo>
                  <a:pt x="156920" y="64700"/>
                </a:moveTo>
                <a:lnTo>
                  <a:pt x="156920" y="79742"/>
                </a:lnTo>
                <a:lnTo>
                  <a:pt x="155178" y="79742"/>
                </a:lnTo>
                <a:lnTo>
                  <a:pt x="155178" y="73345"/>
                </a:lnTo>
                <a:lnTo>
                  <a:pt x="154640" y="79742"/>
                </a:lnTo>
                <a:lnTo>
                  <a:pt x="152740" y="79742"/>
                </a:lnTo>
                <a:lnTo>
                  <a:pt x="152233" y="73345"/>
                </a:lnTo>
                <a:lnTo>
                  <a:pt x="152233" y="79742"/>
                </a:lnTo>
                <a:lnTo>
                  <a:pt x="150491" y="79742"/>
                </a:lnTo>
                <a:lnTo>
                  <a:pt x="150491" y="64700"/>
                </a:lnTo>
                <a:lnTo>
                  <a:pt x="153278" y="64700"/>
                </a:lnTo>
                <a:lnTo>
                  <a:pt x="153690" y="69830"/>
                </a:lnTo>
                <a:lnTo>
                  <a:pt x="154133" y="64700"/>
                </a:lnTo>
                <a:close/>
                <a:moveTo>
                  <a:pt x="164394" y="64700"/>
                </a:moveTo>
                <a:lnTo>
                  <a:pt x="164394" y="79742"/>
                </a:lnTo>
                <a:lnTo>
                  <a:pt x="162652" y="79742"/>
                </a:lnTo>
                <a:lnTo>
                  <a:pt x="162652" y="73345"/>
                </a:lnTo>
                <a:lnTo>
                  <a:pt x="162146" y="79742"/>
                </a:lnTo>
                <a:lnTo>
                  <a:pt x="160214" y="79742"/>
                </a:lnTo>
                <a:lnTo>
                  <a:pt x="159707" y="73345"/>
                </a:lnTo>
                <a:lnTo>
                  <a:pt x="159707" y="79742"/>
                </a:lnTo>
                <a:lnTo>
                  <a:pt x="157965" y="79742"/>
                </a:lnTo>
                <a:lnTo>
                  <a:pt x="157965" y="64700"/>
                </a:lnTo>
                <a:lnTo>
                  <a:pt x="160752" y="64700"/>
                </a:lnTo>
                <a:lnTo>
                  <a:pt x="161164" y="69830"/>
                </a:lnTo>
                <a:lnTo>
                  <a:pt x="161607" y="64700"/>
                </a:lnTo>
                <a:close/>
                <a:moveTo>
                  <a:pt x="171868" y="64700"/>
                </a:moveTo>
                <a:lnTo>
                  <a:pt x="171868" y="79742"/>
                </a:lnTo>
                <a:lnTo>
                  <a:pt x="170126" y="79742"/>
                </a:lnTo>
                <a:lnTo>
                  <a:pt x="170126" y="73345"/>
                </a:lnTo>
                <a:lnTo>
                  <a:pt x="169620" y="79742"/>
                </a:lnTo>
                <a:lnTo>
                  <a:pt x="167688" y="79742"/>
                </a:lnTo>
                <a:lnTo>
                  <a:pt x="167181" y="73345"/>
                </a:lnTo>
                <a:lnTo>
                  <a:pt x="167181" y="79742"/>
                </a:lnTo>
                <a:lnTo>
                  <a:pt x="165439" y="79742"/>
                </a:lnTo>
                <a:lnTo>
                  <a:pt x="165439" y="64700"/>
                </a:lnTo>
                <a:lnTo>
                  <a:pt x="168226" y="64700"/>
                </a:lnTo>
                <a:lnTo>
                  <a:pt x="168638" y="69830"/>
                </a:lnTo>
                <a:lnTo>
                  <a:pt x="169081" y="64700"/>
                </a:lnTo>
                <a:close/>
                <a:moveTo>
                  <a:pt x="179342" y="64700"/>
                </a:moveTo>
                <a:lnTo>
                  <a:pt x="179342" y="79742"/>
                </a:lnTo>
                <a:lnTo>
                  <a:pt x="177600" y="79742"/>
                </a:lnTo>
                <a:lnTo>
                  <a:pt x="177600" y="73345"/>
                </a:lnTo>
                <a:lnTo>
                  <a:pt x="177093" y="79742"/>
                </a:lnTo>
                <a:lnTo>
                  <a:pt x="175193" y="79742"/>
                </a:lnTo>
                <a:lnTo>
                  <a:pt x="174655" y="73345"/>
                </a:lnTo>
                <a:lnTo>
                  <a:pt x="174655" y="79742"/>
                </a:lnTo>
                <a:lnTo>
                  <a:pt x="172913" y="79742"/>
                </a:lnTo>
                <a:lnTo>
                  <a:pt x="172913" y="64700"/>
                </a:lnTo>
                <a:lnTo>
                  <a:pt x="175732" y="64700"/>
                </a:lnTo>
                <a:lnTo>
                  <a:pt x="176143" y="69830"/>
                </a:lnTo>
                <a:lnTo>
                  <a:pt x="176555" y="64700"/>
                </a:lnTo>
                <a:close/>
                <a:moveTo>
                  <a:pt x="186816" y="64700"/>
                </a:moveTo>
                <a:lnTo>
                  <a:pt x="186816" y="79742"/>
                </a:lnTo>
                <a:lnTo>
                  <a:pt x="185106" y="79742"/>
                </a:lnTo>
                <a:lnTo>
                  <a:pt x="185106" y="73345"/>
                </a:lnTo>
                <a:lnTo>
                  <a:pt x="184567" y="79742"/>
                </a:lnTo>
                <a:lnTo>
                  <a:pt x="182667" y="79742"/>
                </a:lnTo>
                <a:lnTo>
                  <a:pt x="182129" y="73345"/>
                </a:lnTo>
                <a:lnTo>
                  <a:pt x="182129" y="79742"/>
                </a:lnTo>
                <a:lnTo>
                  <a:pt x="180387" y="79742"/>
                </a:lnTo>
                <a:lnTo>
                  <a:pt x="180387" y="64700"/>
                </a:lnTo>
                <a:lnTo>
                  <a:pt x="183206" y="64700"/>
                </a:lnTo>
                <a:lnTo>
                  <a:pt x="183617" y="69830"/>
                </a:lnTo>
                <a:lnTo>
                  <a:pt x="184029" y="64700"/>
                </a:lnTo>
                <a:close/>
                <a:moveTo>
                  <a:pt x="194321" y="64700"/>
                </a:moveTo>
                <a:lnTo>
                  <a:pt x="194321" y="79742"/>
                </a:lnTo>
                <a:lnTo>
                  <a:pt x="192580" y="79742"/>
                </a:lnTo>
                <a:lnTo>
                  <a:pt x="192580" y="73345"/>
                </a:lnTo>
                <a:lnTo>
                  <a:pt x="192041" y="79742"/>
                </a:lnTo>
                <a:lnTo>
                  <a:pt x="190141" y="79742"/>
                </a:lnTo>
                <a:lnTo>
                  <a:pt x="189603" y="73345"/>
                </a:lnTo>
                <a:lnTo>
                  <a:pt x="189603" y="79742"/>
                </a:lnTo>
                <a:lnTo>
                  <a:pt x="187861" y="79742"/>
                </a:lnTo>
                <a:lnTo>
                  <a:pt x="187861" y="64700"/>
                </a:lnTo>
                <a:lnTo>
                  <a:pt x="190679" y="64700"/>
                </a:lnTo>
                <a:lnTo>
                  <a:pt x="191091" y="69830"/>
                </a:lnTo>
                <a:lnTo>
                  <a:pt x="191503" y="64700"/>
                </a:lnTo>
                <a:close/>
                <a:moveTo>
                  <a:pt x="201795" y="64700"/>
                </a:moveTo>
                <a:lnTo>
                  <a:pt x="201795" y="79742"/>
                </a:lnTo>
                <a:lnTo>
                  <a:pt x="200054" y="79742"/>
                </a:lnTo>
                <a:lnTo>
                  <a:pt x="200054" y="73345"/>
                </a:lnTo>
                <a:lnTo>
                  <a:pt x="199515" y="79742"/>
                </a:lnTo>
                <a:lnTo>
                  <a:pt x="197615" y="79742"/>
                </a:lnTo>
                <a:lnTo>
                  <a:pt x="197077" y="73345"/>
                </a:lnTo>
                <a:lnTo>
                  <a:pt x="197077" y="79742"/>
                </a:lnTo>
                <a:lnTo>
                  <a:pt x="195366" y="79742"/>
                </a:lnTo>
                <a:lnTo>
                  <a:pt x="195366" y="64700"/>
                </a:lnTo>
                <a:lnTo>
                  <a:pt x="198153" y="64700"/>
                </a:lnTo>
                <a:lnTo>
                  <a:pt x="198565" y="69830"/>
                </a:lnTo>
                <a:lnTo>
                  <a:pt x="198977" y="64700"/>
                </a:lnTo>
                <a:close/>
                <a:moveTo>
                  <a:pt x="209269" y="64700"/>
                </a:moveTo>
                <a:lnTo>
                  <a:pt x="209269" y="79742"/>
                </a:lnTo>
                <a:lnTo>
                  <a:pt x="207527" y="79742"/>
                </a:lnTo>
                <a:lnTo>
                  <a:pt x="207527" y="73345"/>
                </a:lnTo>
                <a:lnTo>
                  <a:pt x="207021" y="79742"/>
                </a:lnTo>
                <a:lnTo>
                  <a:pt x="205089" y="79742"/>
                </a:lnTo>
                <a:lnTo>
                  <a:pt x="204582" y="73345"/>
                </a:lnTo>
                <a:lnTo>
                  <a:pt x="204582" y="79742"/>
                </a:lnTo>
                <a:lnTo>
                  <a:pt x="202840" y="79742"/>
                </a:lnTo>
                <a:lnTo>
                  <a:pt x="202840" y="64700"/>
                </a:lnTo>
                <a:lnTo>
                  <a:pt x="205627" y="64700"/>
                </a:lnTo>
                <a:lnTo>
                  <a:pt x="206039" y="69830"/>
                </a:lnTo>
                <a:lnTo>
                  <a:pt x="206451" y="64700"/>
                </a:lnTo>
                <a:close/>
                <a:moveTo>
                  <a:pt x="216743" y="64700"/>
                </a:moveTo>
                <a:lnTo>
                  <a:pt x="216743" y="79742"/>
                </a:lnTo>
                <a:lnTo>
                  <a:pt x="215001" y="79742"/>
                </a:lnTo>
                <a:lnTo>
                  <a:pt x="215001" y="73345"/>
                </a:lnTo>
                <a:lnTo>
                  <a:pt x="214495" y="79742"/>
                </a:lnTo>
                <a:lnTo>
                  <a:pt x="212563" y="79742"/>
                </a:lnTo>
                <a:lnTo>
                  <a:pt x="212056" y="73345"/>
                </a:lnTo>
                <a:lnTo>
                  <a:pt x="212056" y="79742"/>
                </a:lnTo>
                <a:lnTo>
                  <a:pt x="210314" y="79742"/>
                </a:lnTo>
                <a:lnTo>
                  <a:pt x="210314" y="64700"/>
                </a:lnTo>
                <a:lnTo>
                  <a:pt x="213101" y="64700"/>
                </a:lnTo>
                <a:lnTo>
                  <a:pt x="213513" y="69830"/>
                </a:lnTo>
                <a:lnTo>
                  <a:pt x="213956" y="64700"/>
                </a:lnTo>
                <a:close/>
                <a:moveTo>
                  <a:pt x="224217" y="64700"/>
                </a:moveTo>
                <a:lnTo>
                  <a:pt x="224217" y="79742"/>
                </a:lnTo>
                <a:lnTo>
                  <a:pt x="222475" y="79742"/>
                </a:lnTo>
                <a:lnTo>
                  <a:pt x="222475" y="73345"/>
                </a:lnTo>
                <a:lnTo>
                  <a:pt x="221969" y="79742"/>
                </a:lnTo>
                <a:lnTo>
                  <a:pt x="220037" y="79742"/>
                </a:lnTo>
                <a:lnTo>
                  <a:pt x="219530" y="73345"/>
                </a:lnTo>
                <a:lnTo>
                  <a:pt x="219530" y="79742"/>
                </a:lnTo>
                <a:lnTo>
                  <a:pt x="217788" y="79742"/>
                </a:lnTo>
                <a:lnTo>
                  <a:pt x="217788" y="64700"/>
                </a:lnTo>
                <a:lnTo>
                  <a:pt x="220575" y="64700"/>
                </a:lnTo>
                <a:lnTo>
                  <a:pt x="221018" y="69830"/>
                </a:lnTo>
                <a:lnTo>
                  <a:pt x="221430" y="64700"/>
                </a:lnTo>
                <a:close/>
                <a:moveTo>
                  <a:pt x="231691" y="64700"/>
                </a:moveTo>
                <a:lnTo>
                  <a:pt x="231691" y="79742"/>
                </a:lnTo>
                <a:lnTo>
                  <a:pt x="229981" y="79742"/>
                </a:lnTo>
                <a:lnTo>
                  <a:pt x="229981" y="73345"/>
                </a:lnTo>
                <a:lnTo>
                  <a:pt x="229442" y="79742"/>
                </a:lnTo>
                <a:lnTo>
                  <a:pt x="227542" y="79742"/>
                </a:lnTo>
                <a:lnTo>
                  <a:pt x="227004" y="73345"/>
                </a:lnTo>
                <a:lnTo>
                  <a:pt x="227004" y="79742"/>
                </a:lnTo>
                <a:lnTo>
                  <a:pt x="225262" y="79742"/>
                </a:lnTo>
                <a:lnTo>
                  <a:pt x="225262" y="64700"/>
                </a:lnTo>
                <a:lnTo>
                  <a:pt x="228049" y="64700"/>
                </a:lnTo>
                <a:lnTo>
                  <a:pt x="228492" y="69830"/>
                </a:lnTo>
                <a:lnTo>
                  <a:pt x="228904" y="64700"/>
                </a:lnTo>
                <a:close/>
                <a:moveTo>
                  <a:pt x="239165" y="64700"/>
                </a:moveTo>
                <a:lnTo>
                  <a:pt x="239165" y="79742"/>
                </a:lnTo>
                <a:lnTo>
                  <a:pt x="237455" y="79742"/>
                </a:lnTo>
                <a:lnTo>
                  <a:pt x="237455" y="73345"/>
                </a:lnTo>
                <a:lnTo>
                  <a:pt x="236916" y="79742"/>
                </a:lnTo>
                <a:lnTo>
                  <a:pt x="235016" y="79742"/>
                </a:lnTo>
                <a:lnTo>
                  <a:pt x="234478" y="73345"/>
                </a:lnTo>
                <a:lnTo>
                  <a:pt x="234478" y="79742"/>
                </a:lnTo>
                <a:lnTo>
                  <a:pt x="232736" y="79742"/>
                </a:lnTo>
                <a:lnTo>
                  <a:pt x="232736" y="64700"/>
                </a:lnTo>
                <a:lnTo>
                  <a:pt x="235555" y="64700"/>
                </a:lnTo>
                <a:lnTo>
                  <a:pt x="235966" y="69830"/>
                </a:lnTo>
                <a:lnTo>
                  <a:pt x="236378" y="64700"/>
                </a:lnTo>
                <a:close/>
                <a:moveTo>
                  <a:pt x="246670" y="64700"/>
                </a:moveTo>
                <a:lnTo>
                  <a:pt x="246670" y="79742"/>
                </a:lnTo>
                <a:lnTo>
                  <a:pt x="244929" y="79742"/>
                </a:lnTo>
                <a:lnTo>
                  <a:pt x="244929" y="73345"/>
                </a:lnTo>
                <a:lnTo>
                  <a:pt x="244390" y="79742"/>
                </a:lnTo>
                <a:lnTo>
                  <a:pt x="242490" y="79742"/>
                </a:lnTo>
                <a:lnTo>
                  <a:pt x="241952" y="73345"/>
                </a:lnTo>
                <a:lnTo>
                  <a:pt x="241952" y="79742"/>
                </a:lnTo>
                <a:lnTo>
                  <a:pt x="240242" y="79742"/>
                </a:lnTo>
                <a:lnTo>
                  <a:pt x="240242" y="64700"/>
                </a:lnTo>
                <a:lnTo>
                  <a:pt x="243028" y="64700"/>
                </a:lnTo>
                <a:lnTo>
                  <a:pt x="243440" y="69830"/>
                </a:lnTo>
                <a:lnTo>
                  <a:pt x="243852" y="64700"/>
                </a:lnTo>
                <a:close/>
                <a:moveTo>
                  <a:pt x="254144" y="64700"/>
                </a:moveTo>
                <a:lnTo>
                  <a:pt x="254144" y="79742"/>
                </a:lnTo>
                <a:lnTo>
                  <a:pt x="252402" y="79742"/>
                </a:lnTo>
                <a:lnTo>
                  <a:pt x="252402" y="73345"/>
                </a:lnTo>
                <a:lnTo>
                  <a:pt x="251864" y="79742"/>
                </a:lnTo>
                <a:lnTo>
                  <a:pt x="249964" y="79742"/>
                </a:lnTo>
                <a:lnTo>
                  <a:pt x="249426" y="73345"/>
                </a:lnTo>
                <a:lnTo>
                  <a:pt x="249426" y="79742"/>
                </a:lnTo>
                <a:lnTo>
                  <a:pt x="247715" y="79742"/>
                </a:lnTo>
                <a:lnTo>
                  <a:pt x="247715" y="64700"/>
                </a:lnTo>
                <a:lnTo>
                  <a:pt x="250502" y="64700"/>
                </a:lnTo>
                <a:lnTo>
                  <a:pt x="250914" y="69830"/>
                </a:lnTo>
                <a:lnTo>
                  <a:pt x="251326" y="64700"/>
                </a:lnTo>
                <a:close/>
                <a:moveTo>
                  <a:pt x="261618" y="64700"/>
                </a:moveTo>
                <a:lnTo>
                  <a:pt x="261618" y="79742"/>
                </a:lnTo>
                <a:lnTo>
                  <a:pt x="259876" y="79742"/>
                </a:lnTo>
                <a:lnTo>
                  <a:pt x="259876" y="73345"/>
                </a:lnTo>
                <a:lnTo>
                  <a:pt x="259338" y="79742"/>
                </a:lnTo>
                <a:lnTo>
                  <a:pt x="257438" y="79742"/>
                </a:lnTo>
                <a:lnTo>
                  <a:pt x="256899" y="73345"/>
                </a:lnTo>
                <a:lnTo>
                  <a:pt x="256899" y="79742"/>
                </a:lnTo>
                <a:lnTo>
                  <a:pt x="255189" y="79742"/>
                </a:lnTo>
                <a:lnTo>
                  <a:pt x="255189" y="64700"/>
                </a:lnTo>
                <a:lnTo>
                  <a:pt x="257976" y="64700"/>
                </a:lnTo>
                <a:lnTo>
                  <a:pt x="258388" y="69830"/>
                </a:lnTo>
                <a:lnTo>
                  <a:pt x="258831" y="64700"/>
                </a:lnTo>
                <a:close/>
                <a:moveTo>
                  <a:pt x="269092" y="64700"/>
                </a:moveTo>
                <a:lnTo>
                  <a:pt x="269092" y="79742"/>
                </a:lnTo>
                <a:lnTo>
                  <a:pt x="267350" y="79742"/>
                </a:lnTo>
                <a:lnTo>
                  <a:pt x="267350" y="73345"/>
                </a:lnTo>
                <a:lnTo>
                  <a:pt x="266844" y="79742"/>
                </a:lnTo>
                <a:lnTo>
                  <a:pt x="264912" y="79742"/>
                </a:lnTo>
                <a:lnTo>
                  <a:pt x="264405" y="73345"/>
                </a:lnTo>
                <a:lnTo>
                  <a:pt x="264405" y="79742"/>
                </a:lnTo>
                <a:lnTo>
                  <a:pt x="262663" y="79742"/>
                </a:lnTo>
                <a:lnTo>
                  <a:pt x="262663" y="64700"/>
                </a:lnTo>
                <a:lnTo>
                  <a:pt x="265450" y="64700"/>
                </a:lnTo>
                <a:lnTo>
                  <a:pt x="265862" y="69830"/>
                </a:lnTo>
                <a:lnTo>
                  <a:pt x="266305" y="64700"/>
                </a:lnTo>
                <a:close/>
                <a:moveTo>
                  <a:pt x="276566" y="64700"/>
                </a:moveTo>
                <a:lnTo>
                  <a:pt x="276566" y="79742"/>
                </a:lnTo>
                <a:lnTo>
                  <a:pt x="274824" y="79742"/>
                </a:lnTo>
                <a:lnTo>
                  <a:pt x="274824" y="73345"/>
                </a:lnTo>
                <a:lnTo>
                  <a:pt x="274317" y="79742"/>
                </a:lnTo>
                <a:lnTo>
                  <a:pt x="272386" y="79742"/>
                </a:lnTo>
                <a:lnTo>
                  <a:pt x="271879" y="73345"/>
                </a:lnTo>
                <a:lnTo>
                  <a:pt x="271879" y="79742"/>
                </a:lnTo>
                <a:lnTo>
                  <a:pt x="270137" y="79742"/>
                </a:lnTo>
                <a:lnTo>
                  <a:pt x="270137" y="64700"/>
                </a:lnTo>
                <a:lnTo>
                  <a:pt x="272924" y="64700"/>
                </a:lnTo>
                <a:lnTo>
                  <a:pt x="273367" y="69830"/>
                </a:lnTo>
                <a:lnTo>
                  <a:pt x="273779" y="64700"/>
                </a:lnTo>
                <a:close/>
                <a:moveTo>
                  <a:pt x="284040" y="64700"/>
                </a:moveTo>
                <a:lnTo>
                  <a:pt x="284040" y="79742"/>
                </a:lnTo>
                <a:lnTo>
                  <a:pt x="282298" y="79742"/>
                </a:lnTo>
                <a:lnTo>
                  <a:pt x="282298" y="73345"/>
                </a:lnTo>
                <a:lnTo>
                  <a:pt x="281791" y="79742"/>
                </a:lnTo>
                <a:lnTo>
                  <a:pt x="279860" y="79742"/>
                </a:lnTo>
                <a:lnTo>
                  <a:pt x="279353" y="73345"/>
                </a:lnTo>
                <a:lnTo>
                  <a:pt x="279353" y="79742"/>
                </a:lnTo>
                <a:lnTo>
                  <a:pt x="277611" y="79742"/>
                </a:lnTo>
                <a:lnTo>
                  <a:pt x="277611" y="64700"/>
                </a:lnTo>
                <a:lnTo>
                  <a:pt x="280430" y="64700"/>
                </a:lnTo>
                <a:lnTo>
                  <a:pt x="280841" y="69830"/>
                </a:lnTo>
                <a:lnTo>
                  <a:pt x="281253" y="64700"/>
                </a:lnTo>
                <a:close/>
                <a:moveTo>
                  <a:pt x="7347" y="80566"/>
                </a:moveTo>
                <a:lnTo>
                  <a:pt x="7347" y="95608"/>
                </a:lnTo>
                <a:lnTo>
                  <a:pt x="5605" y="95608"/>
                </a:lnTo>
                <a:lnTo>
                  <a:pt x="5605" y="89211"/>
                </a:lnTo>
                <a:lnTo>
                  <a:pt x="5099" y="95608"/>
                </a:lnTo>
                <a:lnTo>
                  <a:pt x="3167" y="95608"/>
                </a:lnTo>
                <a:lnTo>
                  <a:pt x="2629" y="89211"/>
                </a:lnTo>
                <a:lnTo>
                  <a:pt x="2629" y="95608"/>
                </a:lnTo>
                <a:lnTo>
                  <a:pt x="918" y="95608"/>
                </a:lnTo>
                <a:lnTo>
                  <a:pt x="918" y="80566"/>
                </a:lnTo>
                <a:lnTo>
                  <a:pt x="3705" y="80566"/>
                </a:lnTo>
                <a:lnTo>
                  <a:pt x="4117" y="85696"/>
                </a:lnTo>
                <a:lnTo>
                  <a:pt x="4529" y="80566"/>
                </a:lnTo>
                <a:close/>
                <a:moveTo>
                  <a:pt x="14821" y="80566"/>
                </a:moveTo>
                <a:lnTo>
                  <a:pt x="14821" y="95608"/>
                </a:lnTo>
                <a:lnTo>
                  <a:pt x="13079" y="95608"/>
                </a:lnTo>
                <a:lnTo>
                  <a:pt x="13079" y="89211"/>
                </a:lnTo>
                <a:lnTo>
                  <a:pt x="12573" y="95608"/>
                </a:lnTo>
                <a:lnTo>
                  <a:pt x="10641" y="95608"/>
                </a:lnTo>
                <a:lnTo>
                  <a:pt x="10134" y="89211"/>
                </a:lnTo>
                <a:lnTo>
                  <a:pt x="10134" y="95608"/>
                </a:lnTo>
                <a:lnTo>
                  <a:pt x="8392" y="95608"/>
                </a:lnTo>
                <a:lnTo>
                  <a:pt x="8392" y="80566"/>
                </a:lnTo>
                <a:lnTo>
                  <a:pt x="11179" y="80566"/>
                </a:lnTo>
                <a:lnTo>
                  <a:pt x="11591" y="85696"/>
                </a:lnTo>
                <a:lnTo>
                  <a:pt x="12034" y="80566"/>
                </a:lnTo>
                <a:close/>
                <a:moveTo>
                  <a:pt x="22295" y="80566"/>
                </a:moveTo>
                <a:lnTo>
                  <a:pt x="22295" y="95608"/>
                </a:lnTo>
                <a:lnTo>
                  <a:pt x="20553" y="95608"/>
                </a:lnTo>
                <a:lnTo>
                  <a:pt x="20553" y="89211"/>
                </a:lnTo>
                <a:lnTo>
                  <a:pt x="20047" y="95608"/>
                </a:lnTo>
                <a:lnTo>
                  <a:pt x="18115" y="95608"/>
                </a:lnTo>
                <a:lnTo>
                  <a:pt x="17608" y="89211"/>
                </a:lnTo>
                <a:lnTo>
                  <a:pt x="17608" y="95608"/>
                </a:lnTo>
                <a:lnTo>
                  <a:pt x="15866" y="95608"/>
                </a:lnTo>
                <a:lnTo>
                  <a:pt x="15866" y="80566"/>
                </a:lnTo>
                <a:lnTo>
                  <a:pt x="18653" y="80566"/>
                </a:lnTo>
                <a:lnTo>
                  <a:pt x="19096" y="85696"/>
                </a:lnTo>
                <a:lnTo>
                  <a:pt x="19508" y="80566"/>
                </a:lnTo>
                <a:close/>
                <a:moveTo>
                  <a:pt x="29769" y="80566"/>
                </a:moveTo>
                <a:lnTo>
                  <a:pt x="29769" y="95608"/>
                </a:lnTo>
                <a:lnTo>
                  <a:pt x="28059" y="95608"/>
                </a:lnTo>
                <a:lnTo>
                  <a:pt x="28059" y="89211"/>
                </a:lnTo>
                <a:lnTo>
                  <a:pt x="27520" y="95608"/>
                </a:lnTo>
                <a:lnTo>
                  <a:pt x="25589" y="95608"/>
                </a:lnTo>
                <a:lnTo>
                  <a:pt x="25082" y="89211"/>
                </a:lnTo>
                <a:lnTo>
                  <a:pt x="25082" y="95608"/>
                </a:lnTo>
                <a:lnTo>
                  <a:pt x="23340" y="95608"/>
                </a:lnTo>
                <a:lnTo>
                  <a:pt x="23340" y="80566"/>
                </a:lnTo>
                <a:lnTo>
                  <a:pt x="26159" y="80566"/>
                </a:lnTo>
                <a:lnTo>
                  <a:pt x="26570" y="85696"/>
                </a:lnTo>
                <a:lnTo>
                  <a:pt x="26982" y="80566"/>
                </a:lnTo>
                <a:close/>
                <a:moveTo>
                  <a:pt x="37243" y="80566"/>
                </a:moveTo>
                <a:lnTo>
                  <a:pt x="37243" y="95608"/>
                </a:lnTo>
                <a:lnTo>
                  <a:pt x="35533" y="95608"/>
                </a:lnTo>
                <a:lnTo>
                  <a:pt x="35533" y="89211"/>
                </a:lnTo>
                <a:lnTo>
                  <a:pt x="34994" y="95608"/>
                </a:lnTo>
                <a:lnTo>
                  <a:pt x="33094" y="95608"/>
                </a:lnTo>
                <a:lnTo>
                  <a:pt x="32556" y="89211"/>
                </a:lnTo>
                <a:lnTo>
                  <a:pt x="32556" y="95608"/>
                </a:lnTo>
                <a:lnTo>
                  <a:pt x="30814" y="95608"/>
                </a:lnTo>
                <a:lnTo>
                  <a:pt x="30814" y="80566"/>
                </a:lnTo>
                <a:lnTo>
                  <a:pt x="33633" y="80566"/>
                </a:lnTo>
                <a:lnTo>
                  <a:pt x="34044" y="85696"/>
                </a:lnTo>
                <a:lnTo>
                  <a:pt x="34456" y="80566"/>
                </a:lnTo>
                <a:close/>
                <a:moveTo>
                  <a:pt x="44748" y="80566"/>
                </a:moveTo>
                <a:lnTo>
                  <a:pt x="44748" y="95608"/>
                </a:lnTo>
                <a:lnTo>
                  <a:pt x="43007" y="95608"/>
                </a:lnTo>
                <a:lnTo>
                  <a:pt x="43007" y="89211"/>
                </a:lnTo>
                <a:lnTo>
                  <a:pt x="42468" y="95608"/>
                </a:lnTo>
                <a:lnTo>
                  <a:pt x="40568" y="95608"/>
                </a:lnTo>
                <a:lnTo>
                  <a:pt x="40030" y="89211"/>
                </a:lnTo>
                <a:lnTo>
                  <a:pt x="40030" y="95608"/>
                </a:lnTo>
                <a:lnTo>
                  <a:pt x="38320" y="95608"/>
                </a:lnTo>
                <a:lnTo>
                  <a:pt x="38320" y="80566"/>
                </a:lnTo>
                <a:lnTo>
                  <a:pt x="41106" y="80566"/>
                </a:lnTo>
                <a:lnTo>
                  <a:pt x="41518" y="85696"/>
                </a:lnTo>
                <a:lnTo>
                  <a:pt x="41930" y="80566"/>
                </a:lnTo>
                <a:close/>
                <a:moveTo>
                  <a:pt x="52222" y="80566"/>
                </a:moveTo>
                <a:lnTo>
                  <a:pt x="52222" y="95608"/>
                </a:lnTo>
                <a:lnTo>
                  <a:pt x="50480" y="95608"/>
                </a:lnTo>
                <a:lnTo>
                  <a:pt x="50480" y="89211"/>
                </a:lnTo>
                <a:lnTo>
                  <a:pt x="49942" y="95608"/>
                </a:lnTo>
                <a:lnTo>
                  <a:pt x="48042" y="95608"/>
                </a:lnTo>
                <a:lnTo>
                  <a:pt x="47504" y="89211"/>
                </a:lnTo>
                <a:lnTo>
                  <a:pt x="47504" y="95608"/>
                </a:lnTo>
                <a:lnTo>
                  <a:pt x="45793" y="95608"/>
                </a:lnTo>
                <a:lnTo>
                  <a:pt x="45793" y="80566"/>
                </a:lnTo>
                <a:lnTo>
                  <a:pt x="48580" y="80566"/>
                </a:lnTo>
                <a:lnTo>
                  <a:pt x="48992" y="85696"/>
                </a:lnTo>
                <a:lnTo>
                  <a:pt x="49404" y="80566"/>
                </a:lnTo>
                <a:close/>
                <a:moveTo>
                  <a:pt x="59696" y="80566"/>
                </a:moveTo>
                <a:lnTo>
                  <a:pt x="59696" y="95608"/>
                </a:lnTo>
                <a:lnTo>
                  <a:pt x="57954" y="95608"/>
                </a:lnTo>
                <a:lnTo>
                  <a:pt x="57954" y="89211"/>
                </a:lnTo>
                <a:lnTo>
                  <a:pt x="57448" y="95608"/>
                </a:lnTo>
                <a:lnTo>
                  <a:pt x="55516" y="95608"/>
                </a:lnTo>
                <a:lnTo>
                  <a:pt x="54978" y="89211"/>
                </a:lnTo>
                <a:lnTo>
                  <a:pt x="54978" y="95608"/>
                </a:lnTo>
                <a:lnTo>
                  <a:pt x="53267" y="95608"/>
                </a:lnTo>
                <a:lnTo>
                  <a:pt x="53267" y="80566"/>
                </a:lnTo>
                <a:lnTo>
                  <a:pt x="56054" y="80566"/>
                </a:lnTo>
                <a:lnTo>
                  <a:pt x="56466" y="85696"/>
                </a:lnTo>
                <a:lnTo>
                  <a:pt x="56878" y="80566"/>
                </a:lnTo>
                <a:close/>
                <a:moveTo>
                  <a:pt x="67170" y="80566"/>
                </a:moveTo>
                <a:lnTo>
                  <a:pt x="67170" y="95608"/>
                </a:lnTo>
                <a:lnTo>
                  <a:pt x="65428" y="95608"/>
                </a:lnTo>
                <a:lnTo>
                  <a:pt x="65428" y="89211"/>
                </a:lnTo>
                <a:lnTo>
                  <a:pt x="64922" y="95608"/>
                </a:lnTo>
                <a:lnTo>
                  <a:pt x="62990" y="95608"/>
                </a:lnTo>
                <a:lnTo>
                  <a:pt x="62483" y="89211"/>
                </a:lnTo>
                <a:lnTo>
                  <a:pt x="62483" y="95608"/>
                </a:lnTo>
                <a:lnTo>
                  <a:pt x="60741" y="95608"/>
                </a:lnTo>
                <a:lnTo>
                  <a:pt x="60741" y="80566"/>
                </a:lnTo>
                <a:lnTo>
                  <a:pt x="63528" y="80566"/>
                </a:lnTo>
                <a:lnTo>
                  <a:pt x="63940" y="85696"/>
                </a:lnTo>
                <a:lnTo>
                  <a:pt x="64383" y="80566"/>
                </a:lnTo>
                <a:close/>
                <a:moveTo>
                  <a:pt x="74644" y="80566"/>
                </a:moveTo>
                <a:lnTo>
                  <a:pt x="74644" y="95608"/>
                </a:lnTo>
                <a:lnTo>
                  <a:pt x="72902" y="95608"/>
                </a:lnTo>
                <a:lnTo>
                  <a:pt x="72902" y="89211"/>
                </a:lnTo>
                <a:lnTo>
                  <a:pt x="72395" y="95608"/>
                </a:lnTo>
                <a:lnTo>
                  <a:pt x="70464" y="95608"/>
                </a:lnTo>
                <a:lnTo>
                  <a:pt x="69957" y="89211"/>
                </a:lnTo>
                <a:lnTo>
                  <a:pt x="69957" y="95608"/>
                </a:lnTo>
                <a:lnTo>
                  <a:pt x="68215" y="95608"/>
                </a:lnTo>
                <a:lnTo>
                  <a:pt x="68215" y="80566"/>
                </a:lnTo>
                <a:lnTo>
                  <a:pt x="71002" y="80566"/>
                </a:lnTo>
                <a:lnTo>
                  <a:pt x="71445" y="85696"/>
                </a:lnTo>
                <a:lnTo>
                  <a:pt x="71857" y="80566"/>
                </a:lnTo>
                <a:close/>
                <a:moveTo>
                  <a:pt x="82118" y="80566"/>
                </a:moveTo>
                <a:lnTo>
                  <a:pt x="82118" y="95608"/>
                </a:lnTo>
                <a:lnTo>
                  <a:pt x="80376" y="95608"/>
                </a:lnTo>
                <a:lnTo>
                  <a:pt x="80376" y="89211"/>
                </a:lnTo>
                <a:lnTo>
                  <a:pt x="79869" y="95608"/>
                </a:lnTo>
                <a:lnTo>
                  <a:pt x="77969" y="95608"/>
                </a:lnTo>
                <a:lnTo>
                  <a:pt x="77431" y="89211"/>
                </a:lnTo>
                <a:lnTo>
                  <a:pt x="77431" y="95608"/>
                </a:lnTo>
                <a:lnTo>
                  <a:pt x="75689" y="95608"/>
                </a:lnTo>
                <a:lnTo>
                  <a:pt x="75689" y="80566"/>
                </a:lnTo>
                <a:lnTo>
                  <a:pt x="78508" y="80566"/>
                </a:lnTo>
                <a:lnTo>
                  <a:pt x="78919" y="85696"/>
                </a:lnTo>
                <a:lnTo>
                  <a:pt x="79331" y="80566"/>
                </a:lnTo>
                <a:close/>
                <a:moveTo>
                  <a:pt x="89623" y="80566"/>
                </a:moveTo>
                <a:lnTo>
                  <a:pt x="89623" y="95608"/>
                </a:lnTo>
                <a:lnTo>
                  <a:pt x="87882" y="95608"/>
                </a:lnTo>
                <a:lnTo>
                  <a:pt x="87882" y="89211"/>
                </a:lnTo>
                <a:lnTo>
                  <a:pt x="87343" y="95608"/>
                </a:lnTo>
                <a:lnTo>
                  <a:pt x="85443" y="95608"/>
                </a:lnTo>
                <a:lnTo>
                  <a:pt x="84905" y="89211"/>
                </a:lnTo>
                <a:lnTo>
                  <a:pt x="84905" y="95608"/>
                </a:lnTo>
                <a:lnTo>
                  <a:pt x="83163" y="95608"/>
                </a:lnTo>
                <a:lnTo>
                  <a:pt x="83163" y="80566"/>
                </a:lnTo>
                <a:lnTo>
                  <a:pt x="85982" y="80566"/>
                </a:lnTo>
                <a:lnTo>
                  <a:pt x="86393" y="85696"/>
                </a:lnTo>
                <a:lnTo>
                  <a:pt x="86805" y="80566"/>
                </a:lnTo>
                <a:close/>
                <a:moveTo>
                  <a:pt x="97097" y="80566"/>
                </a:moveTo>
                <a:lnTo>
                  <a:pt x="97097" y="95608"/>
                </a:lnTo>
                <a:lnTo>
                  <a:pt x="95356" y="95608"/>
                </a:lnTo>
                <a:lnTo>
                  <a:pt x="95356" y="89211"/>
                </a:lnTo>
                <a:lnTo>
                  <a:pt x="94817" y="95608"/>
                </a:lnTo>
                <a:lnTo>
                  <a:pt x="92917" y="95608"/>
                </a:lnTo>
                <a:lnTo>
                  <a:pt x="92379" y="89211"/>
                </a:lnTo>
                <a:lnTo>
                  <a:pt x="92379" y="95608"/>
                </a:lnTo>
                <a:lnTo>
                  <a:pt x="90637" y="95608"/>
                </a:lnTo>
                <a:lnTo>
                  <a:pt x="90637" y="80566"/>
                </a:lnTo>
                <a:lnTo>
                  <a:pt x="93455" y="80566"/>
                </a:lnTo>
                <a:lnTo>
                  <a:pt x="93867" y="85696"/>
                </a:lnTo>
                <a:lnTo>
                  <a:pt x="94279" y="80566"/>
                </a:lnTo>
                <a:close/>
                <a:moveTo>
                  <a:pt x="104571" y="80566"/>
                </a:moveTo>
                <a:lnTo>
                  <a:pt x="104571" y="95608"/>
                </a:lnTo>
                <a:lnTo>
                  <a:pt x="102829" y="95608"/>
                </a:lnTo>
                <a:lnTo>
                  <a:pt x="102829" y="89211"/>
                </a:lnTo>
                <a:lnTo>
                  <a:pt x="102323" y="95608"/>
                </a:lnTo>
                <a:lnTo>
                  <a:pt x="100391" y="95608"/>
                </a:lnTo>
                <a:lnTo>
                  <a:pt x="99853" y="89211"/>
                </a:lnTo>
                <a:lnTo>
                  <a:pt x="99853" y="95608"/>
                </a:lnTo>
                <a:lnTo>
                  <a:pt x="98142" y="95608"/>
                </a:lnTo>
                <a:lnTo>
                  <a:pt x="98142" y="80566"/>
                </a:lnTo>
                <a:lnTo>
                  <a:pt x="100929" y="80566"/>
                </a:lnTo>
                <a:lnTo>
                  <a:pt x="101341" y="85696"/>
                </a:lnTo>
                <a:lnTo>
                  <a:pt x="101753" y="80566"/>
                </a:lnTo>
                <a:close/>
                <a:moveTo>
                  <a:pt x="112045" y="80566"/>
                </a:moveTo>
                <a:lnTo>
                  <a:pt x="112045" y="95608"/>
                </a:lnTo>
                <a:lnTo>
                  <a:pt x="110303" y="95608"/>
                </a:lnTo>
                <a:lnTo>
                  <a:pt x="110303" y="89211"/>
                </a:lnTo>
                <a:lnTo>
                  <a:pt x="109797" y="95608"/>
                </a:lnTo>
                <a:lnTo>
                  <a:pt x="107865" y="95608"/>
                </a:lnTo>
                <a:lnTo>
                  <a:pt x="107358" y="89211"/>
                </a:lnTo>
                <a:lnTo>
                  <a:pt x="107358" y="95608"/>
                </a:lnTo>
                <a:lnTo>
                  <a:pt x="105616" y="95608"/>
                </a:lnTo>
                <a:lnTo>
                  <a:pt x="105616" y="80566"/>
                </a:lnTo>
                <a:lnTo>
                  <a:pt x="108403" y="80566"/>
                </a:lnTo>
                <a:lnTo>
                  <a:pt x="108815" y="85696"/>
                </a:lnTo>
                <a:lnTo>
                  <a:pt x="109258" y="80566"/>
                </a:lnTo>
                <a:close/>
                <a:moveTo>
                  <a:pt x="119519" y="80566"/>
                </a:moveTo>
                <a:lnTo>
                  <a:pt x="119519" y="95608"/>
                </a:lnTo>
                <a:lnTo>
                  <a:pt x="117777" y="95608"/>
                </a:lnTo>
                <a:lnTo>
                  <a:pt x="117777" y="89211"/>
                </a:lnTo>
                <a:lnTo>
                  <a:pt x="117271" y="95608"/>
                </a:lnTo>
                <a:lnTo>
                  <a:pt x="115339" y="95608"/>
                </a:lnTo>
                <a:lnTo>
                  <a:pt x="114832" y="89211"/>
                </a:lnTo>
                <a:lnTo>
                  <a:pt x="114832" y="95608"/>
                </a:lnTo>
                <a:lnTo>
                  <a:pt x="113090" y="95608"/>
                </a:lnTo>
                <a:lnTo>
                  <a:pt x="113090" y="80566"/>
                </a:lnTo>
                <a:lnTo>
                  <a:pt x="115877" y="80566"/>
                </a:lnTo>
                <a:lnTo>
                  <a:pt x="116320" y="85696"/>
                </a:lnTo>
                <a:lnTo>
                  <a:pt x="116732" y="80566"/>
                </a:lnTo>
                <a:close/>
                <a:moveTo>
                  <a:pt x="126993" y="80566"/>
                </a:moveTo>
                <a:lnTo>
                  <a:pt x="126993" y="95608"/>
                </a:lnTo>
                <a:lnTo>
                  <a:pt x="125283" y="95608"/>
                </a:lnTo>
                <a:lnTo>
                  <a:pt x="125283" y="89211"/>
                </a:lnTo>
                <a:lnTo>
                  <a:pt x="124744" y="95608"/>
                </a:lnTo>
                <a:lnTo>
                  <a:pt x="122813" y="95608"/>
                </a:lnTo>
                <a:lnTo>
                  <a:pt x="122306" y="89211"/>
                </a:lnTo>
                <a:lnTo>
                  <a:pt x="122306" y="95608"/>
                </a:lnTo>
                <a:lnTo>
                  <a:pt x="120564" y="95608"/>
                </a:lnTo>
                <a:lnTo>
                  <a:pt x="120564" y="80566"/>
                </a:lnTo>
                <a:lnTo>
                  <a:pt x="123351" y="80566"/>
                </a:lnTo>
                <a:lnTo>
                  <a:pt x="123794" y="85696"/>
                </a:lnTo>
                <a:lnTo>
                  <a:pt x="124206" y="80566"/>
                </a:lnTo>
                <a:close/>
                <a:moveTo>
                  <a:pt x="134467" y="80566"/>
                </a:moveTo>
                <a:lnTo>
                  <a:pt x="134467" y="95608"/>
                </a:lnTo>
                <a:lnTo>
                  <a:pt x="132757" y="95608"/>
                </a:lnTo>
                <a:lnTo>
                  <a:pt x="132757" y="89211"/>
                </a:lnTo>
                <a:lnTo>
                  <a:pt x="132218" y="95608"/>
                </a:lnTo>
                <a:lnTo>
                  <a:pt x="130318" y="95608"/>
                </a:lnTo>
                <a:lnTo>
                  <a:pt x="129780" y="89211"/>
                </a:lnTo>
                <a:lnTo>
                  <a:pt x="129780" y="95608"/>
                </a:lnTo>
                <a:lnTo>
                  <a:pt x="128038" y="95608"/>
                </a:lnTo>
                <a:lnTo>
                  <a:pt x="128038" y="80566"/>
                </a:lnTo>
                <a:lnTo>
                  <a:pt x="130857" y="80566"/>
                </a:lnTo>
                <a:lnTo>
                  <a:pt x="131268" y="85696"/>
                </a:lnTo>
                <a:lnTo>
                  <a:pt x="131680" y="80566"/>
                </a:lnTo>
                <a:close/>
                <a:moveTo>
                  <a:pt x="141941" y="80566"/>
                </a:moveTo>
                <a:lnTo>
                  <a:pt x="141941" y="95608"/>
                </a:lnTo>
                <a:lnTo>
                  <a:pt x="140231" y="95608"/>
                </a:lnTo>
                <a:lnTo>
                  <a:pt x="140231" y="89211"/>
                </a:lnTo>
                <a:lnTo>
                  <a:pt x="139692" y="95608"/>
                </a:lnTo>
                <a:lnTo>
                  <a:pt x="137792" y="95608"/>
                </a:lnTo>
                <a:lnTo>
                  <a:pt x="137254" y="89211"/>
                </a:lnTo>
                <a:lnTo>
                  <a:pt x="137254" y="95608"/>
                </a:lnTo>
                <a:lnTo>
                  <a:pt x="135512" y="95608"/>
                </a:lnTo>
                <a:lnTo>
                  <a:pt x="135512" y="80566"/>
                </a:lnTo>
                <a:lnTo>
                  <a:pt x="138330" y="80566"/>
                </a:lnTo>
                <a:lnTo>
                  <a:pt x="138742" y="85696"/>
                </a:lnTo>
                <a:lnTo>
                  <a:pt x="139154" y="80566"/>
                </a:lnTo>
                <a:close/>
                <a:moveTo>
                  <a:pt x="149446" y="80566"/>
                </a:moveTo>
                <a:lnTo>
                  <a:pt x="149446" y="95608"/>
                </a:lnTo>
                <a:lnTo>
                  <a:pt x="147705" y="95608"/>
                </a:lnTo>
                <a:lnTo>
                  <a:pt x="147705" y="89211"/>
                </a:lnTo>
                <a:lnTo>
                  <a:pt x="147166" y="95608"/>
                </a:lnTo>
                <a:lnTo>
                  <a:pt x="145266" y="95608"/>
                </a:lnTo>
                <a:lnTo>
                  <a:pt x="144728" y="89211"/>
                </a:lnTo>
                <a:lnTo>
                  <a:pt x="144728" y="95608"/>
                </a:lnTo>
                <a:lnTo>
                  <a:pt x="142986" y="95608"/>
                </a:lnTo>
                <a:lnTo>
                  <a:pt x="142986" y="80566"/>
                </a:lnTo>
                <a:lnTo>
                  <a:pt x="145804" y="80566"/>
                </a:lnTo>
                <a:lnTo>
                  <a:pt x="146216" y="85696"/>
                </a:lnTo>
                <a:lnTo>
                  <a:pt x="146628" y="80566"/>
                </a:lnTo>
                <a:close/>
                <a:moveTo>
                  <a:pt x="156920" y="80566"/>
                </a:moveTo>
                <a:lnTo>
                  <a:pt x="156920" y="95608"/>
                </a:lnTo>
                <a:lnTo>
                  <a:pt x="155178" y="95608"/>
                </a:lnTo>
                <a:lnTo>
                  <a:pt x="155178" y="89211"/>
                </a:lnTo>
                <a:lnTo>
                  <a:pt x="154640" y="95608"/>
                </a:lnTo>
                <a:lnTo>
                  <a:pt x="152740" y="95608"/>
                </a:lnTo>
                <a:lnTo>
                  <a:pt x="152233" y="89211"/>
                </a:lnTo>
                <a:lnTo>
                  <a:pt x="152233" y="95608"/>
                </a:lnTo>
                <a:lnTo>
                  <a:pt x="150491" y="95608"/>
                </a:lnTo>
                <a:lnTo>
                  <a:pt x="150491" y="80566"/>
                </a:lnTo>
                <a:lnTo>
                  <a:pt x="153278" y="80566"/>
                </a:lnTo>
                <a:lnTo>
                  <a:pt x="153690" y="85696"/>
                </a:lnTo>
                <a:lnTo>
                  <a:pt x="154133" y="80566"/>
                </a:lnTo>
                <a:close/>
                <a:moveTo>
                  <a:pt x="164394" y="80566"/>
                </a:moveTo>
                <a:lnTo>
                  <a:pt x="164394" y="95608"/>
                </a:lnTo>
                <a:lnTo>
                  <a:pt x="162652" y="95608"/>
                </a:lnTo>
                <a:lnTo>
                  <a:pt x="162652" y="89211"/>
                </a:lnTo>
                <a:lnTo>
                  <a:pt x="162146" y="95608"/>
                </a:lnTo>
                <a:lnTo>
                  <a:pt x="160214" y="95608"/>
                </a:lnTo>
                <a:lnTo>
                  <a:pt x="159707" y="89211"/>
                </a:lnTo>
                <a:lnTo>
                  <a:pt x="159707" y="95608"/>
                </a:lnTo>
                <a:lnTo>
                  <a:pt x="157965" y="95608"/>
                </a:lnTo>
                <a:lnTo>
                  <a:pt x="157965" y="80566"/>
                </a:lnTo>
                <a:lnTo>
                  <a:pt x="160752" y="80566"/>
                </a:lnTo>
                <a:lnTo>
                  <a:pt x="161164" y="85696"/>
                </a:lnTo>
                <a:lnTo>
                  <a:pt x="161607" y="80566"/>
                </a:lnTo>
                <a:close/>
                <a:moveTo>
                  <a:pt x="171868" y="80566"/>
                </a:moveTo>
                <a:lnTo>
                  <a:pt x="171868" y="95608"/>
                </a:lnTo>
                <a:lnTo>
                  <a:pt x="170126" y="95608"/>
                </a:lnTo>
                <a:lnTo>
                  <a:pt x="170126" y="89211"/>
                </a:lnTo>
                <a:lnTo>
                  <a:pt x="169620" y="95608"/>
                </a:lnTo>
                <a:lnTo>
                  <a:pt x="167688" y="95608"/>
                </a:lnTo>
                <a:lnTo>
                  <a:pt x="167181" y="89211"/>
                </a:lnTo>
                <a:lnTo>
                  <a:pt x="167181" y="95608"/>
                </a:lnTo>
                <a:lnTo>
                  <a:pt x="165439" y="95608"/>
                </a:lnTo>
                <a:lnTo>
                  <a:pt x="165439" y="80566"/>
                </a:lnTo>
                <a:lnTo>
                  <a:pt x="168226" y="80566"/>
                </a:lnTo>
                <a:lnTo>
                  <a:pt x="168638" y="85696"/>
                </a:lnTo>
                <a:lnTo>
                  <a:pt x="169081" y="80566"/>
                </a:lnTo>
                <a:close/>
                <a:moveTo>
                  <a:pt x="179342" y="80566"/>
                </a:moveTo>
                <a:lnTo>
                  <a:pt x="179342" y="95608"/>
                </a:lnTo>
                <a:lnTo>
                  <a:pt x="177600" y="95608"/>
                </a:lnTo>
                <a:lnTo>
                  <a:pt x="177600" y="89211"/>
                </a:lnTo>
                <a:lnTo>
                  <a:pt x="177093" y="95608"/>
                </a:lnTo>
                <a:lnTo>
                  <a:pt x="175193" y="95608"/>
                </a:lnTo>
                <a:lnTo>
                  <a:pt x="174655" y="89211"/>
                </a:lnTo>
                <a:lnTo>
                  <a:pt x="174655" y="95608"/>
                </a:lnTo>
                <a:lnTo>
                  <a:pt x="172913" y="95608"/>
                </a:lnTo>
                <a:lnTo>
                  <a:pt x="172913" y="80566"/>
                </a:lnTo>
                <a:lnTo>
                  <a:pt x="175732" y="80566"/>
                </a:lnTo>
                <a:lnTo>
                  <a:pt x="176143" y="85696"/>
                </a:lnTo>
                <a:lnTo>
                  <a:pt x="176555" y="80566"/>
                </a:lnTo>
                <a:close/>
                <a:moveTo>
                  <a:pt x="186816" y="80566"/>
                </a:moveTo>
                <a:lnTo>
                  <a:pt x="186816" y="95608"/>
                </a:lnTo>
                <a:lnTo>
                  <a:pt x="185106" y="95608"/>
                </a:lnTo>
                <a:lnTo>
                  <a:pt x="185106" y="89211"/>
                </a:lnTo>
                <a:lnTo>
                  <a:pt x="184567" y="95608"/>
                </a:lnTo>
                <a:lnTo>
                  <a:pt x="182667" y="95608"/>
                </a:lnTo>
                <a:lnTo>
                  <a:pt x="182129" y="89211"/>
                </a:lnTo>
                <a:lnTo>
                  <a:pt x="182129" y="95608"/>
                </a:lnTo>
                <a:lnTo>
                  <a:pt x="180387" y="95608"/>
                </a:lnTo>
                <a:lnTo>
                  <a:pt x="180387" y="80566"/>
                </a:lnTo>
                <a:lnTo>
                  <a:pt x="183206" y="80566"/>
                </a:lnTo>
                <a:lnTo>
                  <a:pt x="183617" y="85696"/>
                </a:lnTo>
                <a:lnTo>
                  <a:pt x="184029" y="80566"/>
                </a:lnTo>
                <a:close/>
                <a:moveTo>
                  <a:pt x="194321" y="80566"/>
                </a:moveTo>
                <a:lnTo>
                  <a:pt x="194321" y="95608"/>
                </a:lnTo>
                <a:lnTo>
                  <a:pt x="192580" y="95608"/>
                </a:lnTo>
                <a:lnTo>
                  <a:pt x="192580" y="89211"/>
                </a:lnTo>
                <a:lnTo>
                  <a:pt x="192041" y="95608"/>
                </a:lnTo>
                <a:lnTo>
                  <a:pt x="190141" y="95608"/>
                </a:lnTo>
                <a:lnTo>
                  <a:pt x="189603" y="89211"/>
                </a:lnTo>
                <a:lnTo>
                  <a:pt x="189603" y="95608"/>
                </a:lnTo>
                <a:lnTo>
                  <a:pt x="187861" y="95608"/>
                </a:lnTo>
                <a:lnTo>
                  <a:pt x="187861" y="80566"/>
                </a:lnTo>
                <a:lnTo>
                  <a:pt x="190679" y="80566"/>
                </a:lnTo>
                <a:lnTo>
                  <a:pt x="191091" y="85696"/>
                </a:lnTo>
                <a:lnTo>
                  <a:pt x="191503" y="80566"/>
                </a:lnTo>
                <a:close/>
                <a:moveTo>
                  <a:pt x="201795" y="80566"/>
                </a:moveTo>
                <a:lnTo>
                  <a:pt x="201795" y="95608"/>
                </a:lnTo>
                <a:lnTo>
                  <a:pt x="200054" y="95608"/>
                </a:lnTo>
                <a:lnTo>
                  <a:pt x="200054" y="89211"/>
                </a:lnTo>
                <a:lnTo>
                  <a:pt x="199515" y="95608"/>
                </a:lnTo>
                <a:lnTo>
                  <a:pt x="197615" y="95608"/>
                </a:lnTo>
                <a:lnTo>
                  <a:pt x="197077" y="89211"/>
                </a:lnTo>
                <a:lnTo>
                  <a:pt x="197077" y="95608"/>
                </a:lnTo>
                <a:lnTo>
                  <a:pt x="195366" y="95608"/>
                </a:lnTo>
                <a:lnTo>
                  <a:pt x="195366" y="80566"/>
                </a:lnTo>
                <a:lnTo>
                  <a:pt x="198153" y="80566"/>
                </a:lnTo>
                <a:lnTo>
                  <a:pt x="198565" y="85696"/>
                </a:lnTo>
                <a:lnTo>
                  <a:pt x="198977" y="80566"/>
                </a:lnTo>
                <a:close/>
                <a:moveTo>
                  <a:pt x="209269" y="80566"/>
                </a:moveTo>
                <a:lnTo>
                  <a:pt x="209269" y="95608"/>
                </a:lnTo>
                <a:lnTo>
                  <a:pt x="207527" y="95608"/>
                </a:lnTo>
                <a:lnTo>
                  <a:pt x="207527" y="89211"/>
                </a:lnTo>
                <a:lnTo>
                  <a:pt x="207021" y="95608"/>
                </a:lnTo>
                <a:lnTo>
                  <a:pt x="205089" y="95608"/>
                </a:lnTo>
                <a:lnTo>
                  <a:pt x="204582" y="89211"/>
                </a:lnTo>
                <a:lnTo>
                  <a:pt x="204582" y="95608"/>
                </a:lnTo>
                <a:lnTo>
                  <a:pt x="202840" y="95608"/>
                </a:lnTo>
                <a:lnTo>
                  <a:pt x="202840" y="80566"/>
                </a:lnTo>
                <a:lnTo>
                  <a:pt x="205627" y="80566"/>
                </a:lnTo>
                <a:lnTo>
                  <a:pt x="206039" y="85696"/>
                </a:lnTo>
                <a:lnTo>
                  <a:pt x="206451" y="80566"/>
                </a:lnTo>
                <a:close/>
                <a:moveTo>
                  <a:pt x="216743" y="80566"/>
                </a:moveTo>
                <a:lnTo>
                  <a:pt x="216743" y="95608"/>
                </a:lnTo>
                <a:lnTo>
                  <a:pt x="215001" y="95608"/>
                </a:lnTo>
                <a:lnTo>
                  <a:pt x="215001" y="89211"/>
                </a:lnTo>
                <a:lnTo>
                  <a:pt x="214495" y="95608"/>
                </a:lnTo>
                <a:lnTo>
                  <a:pt x="212563" y="95608"/>
                </a:lnTo>
                <a:lnTo>
                  <a:pt x="212056" y="89211"/>
                </a:lnTo>
                <a:lnTo>
                  <a:pt x="212056" y="95608"/>
                </a:lnTo>
                <a:lnTo>
                  <a:pt x="210314" y="95608"/>
                </a:lnTo>
                <a:lnTo>
                  <a:pt x="210314" y="80566"/>
                </a:lnTo>
                <a:lnTo>
                  <a:pt x="213101" y="80566"/>
                </a:lnTo>
                <a:lnTo>
                  <a:pt x="213513" y="85696"/>
                </a:lnTo>
                <a:lnTo>
                  <a:pt x="213956" y="80566"/>
                </a:lnTo>
                <a:close/>
                <a:moveTo>
                  <a:pt x="224217" y="80566"/>
                </a:moveTo>
                <a:lnTo>
                  <a:pt x="224217" y="95608"/>
                </a:lnTo>
                <a:lnTo>
                  <a:pt x="222475" y="95608"/>
                </a:lnTo>
                <a:lnTo>
                  <a:pt x="222475" y="89211"/>
                </a:lnTo>
                <a:lnTo>
                  <a:pt x="221969" y="95608"/>
                </a:lnTo>
                <a:lnTo>
                  <a:pt x="220037" y="95608"/>
                </a:lnTo>
                <a:lnTo>
                  <a:pt x="219530" y="89211"/>
                </a:lnTo>
                <a:lnTo>
                  <a:pt x="219530" y="95608"/>
                </a:lnTo>
                <a:lnTo>
                  <a:pt x="217788" y="95608"/>
                </a:lnTo>
                <a:lnTo>
                  <a:pt x="217788" y="80566"/>
                </a:lnTo>
                <a:lnTo>
                  <a:pt x="220575" y="80566"/>
                </a:lnTo>
                <a:lnTo>
                  <a:pt x="221018" y="85696"/>
                </a:lnTo>
                <a:lnTo>
                  <a:pt x="221430" y="80566"/>
                </a:lnTo>
                <a:close/>
                <a:moveTo>
                  <a:pt x="231691" y="80566"/>
                </a:moveTo>
                <a:lnTo>
                  <a:pt x="231691" y="95608"/>
                </a:lnTo>
                <a:lnTo>
                  <a:pt x="229981" y="95608"/>
                </a:lnTo>
                <a:lnTo>
                  <a:pt x="229981" y="89211"/>
                </a:lnTo>
                <a:lnTo>
                  <a:pt x="229442" y="95608"/>
                </a:lnTo>
                <a:lnTo>
                  <a:pt x="227542" y="95608"/>
                </a:lnTo>
                <a:lnTo>
                  <a:pt x="227004" y="89211"/>
                </a:lnTo>
                <a:lnTo>
                  <a:pt x="227004" y="95608"/>
                </a:lnTo>
                <a:lnTo>
                  <a:pt x="225262" y="95608"/>
                </a:lnTo>
                <a:lnTo>
                  <a:pt x="225262" y="80566"/>
                </a:lnTo>
                <a:lnTo>
                  <a:pt x="228049" y="80566"/>
                </a:lnTo>
                <a:lnTo>
                  <a:pt x="228492" y="85696"/>
                </a:lnTo>
                <a:lnTo>
                  <a:pt x="228904" y="80566"/>
                </a:lnTo>
                <a:close/>
                <a:moveTo>
                  <a:pt x="239165" y="80566"/>
                </a:moveTo>
                <a:lnTo>
                  <a:pt x="239165" y="95608"/>
                </a:lnTo>
                <a:lnTo>
                  <a:pt x="237455" y="95608"/>
                </a:lnTo>
                <a:lnTo>
                  <a:pt x="237455" y="89211"/>
                </a:lnTo>
                <a:lnTo>
                  <a:pt x="236916" y="95608"/>
                </a:lnTo>
                <a:lnTo>
                  <a:pt x="235016" y="95608"/>
                </a:lnTo>
                <a:lnTo>
                  <a:pt x="234478" y="89211"/>
                </a:lnTo>
                <a:lnTo>
                  <a:pt x="234478" y="95608"/>
                </a:lnTo>
                <a:lnTo>
                  <a:pt x="232736" y="95608"/>
                </a:lnTo>
                <a:lnTo>
                  <a:pt x="232736" y="80566"/>
                </a:lnTo>
                <a:lnTo>
                  <a:pt x="235555" y="80566"/>
                </a:lnTo>
                <a:lnTo>
                  <a:pt x="235966" y="85696"/>
                </a:lnTo>
                <a:lnTo>
                  <a:pt x="236378" y="80566"/>
                </a:lnTo>
                <a:close/>
                <a:moveTo>
                  <a:pt x="246670" y="80566"/>
                </a:moveTo>
                <a:lnTo>
                  <a:pt x="246670" y="95608"/>
                </a:lnTo>
                <a:lnTo>
                  <a:pt x="244929" y="95608"/>
                </a:lnTo>
                <a:lnTo>
                  <a:pt x="244929" y="89211"/>
                </a:lnTo>
                <a:lnTo>
                  <a:pt x="244390" y="95608"/>
                </a:lnTo>
                <a:lnTo>
                  <a:pt x="242490" y="95608"/>
                </a:lnTo>
                <a:lnTo>
                  <a:pt x="241952" y="89211"/>
                </a:lnTo>
                <a:lnTo>
                  <a:pt x="241952" y="95608"/>
                </a:lnTo>
                <a:lnTo>
                  <a:pt x="240242" y="95608"/>
                </a:lnTo>
                <a:lnTo>
                  <a:pt x="240242" y="80566"/>
                </a:lnTo>
                <a:lnTo>
                  <a:pt x="243028" y="80566"/>
                </a:lnTo>
                <a:lnTo>
                  <a:pt x="243440" y="85696"/>
                </a:lnTo>
                <a:lnTo>
                  <a:pt x="243852" y="80566"/>
                </a:lnTo>
                <a:close/>
                <a:moveTo>
                  <a:pt x="254144" y="80566"/>
                </a:moveTo>
                <a:lnTo>
                  <a:pt x="254144" y="95608"/>
                </a:lnTo>
                <a:lnTo>
                  <a:pt x="252402" y="95608"/>
                </a:lnTo>
                <a:lnTo>
                  <a:pt x="252402" y="89211"/>
                </a:lnTo>
                <a:lnTo>
                  <a:pt x="251864" y="95608"/>
                </a:lnTo>
                <a:lnTo>
                  <a:pt x="249964" y="95608"/>
                </a:lnTo>
                <a:lnTo>
                  <a:pt x="249426" y="89211"/>
                </a:lnTo>
                <a:lnTo>
                  <a:pt x="249426" y="95608"/>
                </a:lnTo>
                <a:lnTo>
                  <a:pt x="247715" y="95608"/>
                </a:lnTo>
                <a:lnTo>
                  <a:pt x="247715" y="80566"/>
                </a:lnTo>
                <a:lnTo>
                  <a:pt x="250502" y="80566"/>
                </a:lnTo>
                <a:lnTo>
                  <a:pt x="250914" y="85696"/>
                </a:lnTo>
                <a:lnTo>
                  <a:pt x="251326" y="80566"/>
                </a:lnTo>
                <a:close/>
                <a:moveTo>
                  <a:pt x="261618" y="80566"/>
                </a:moveTo>
                <a:lnTo>
                  <a:pt x="261618" y="95608"/>
                </a:lnTo>
                <a:lnTo>
                  <a:pt x="259876" y="95608"/>
                </a:lnTo>
                <a:lnTo>
                  <a:pt x="259876" y="89211"/>
                </a:lnTo>
                <a:lnTo>
                  <a:pt x="259338" y="95608"/>
                </a:lnTo>
                <a:lnTo>
                  <a:pt x="257438" y="95608"/>
                </a:lnTo>
                <a:lnTo>
                  <a:pt x="256899" y="89211"/>
                </a:lnTo>
                <a:lnTo>
                  <a:pt x="256899" y="95608"/>
                </a:lnTo>
                <a:lnTo>
                  <a:pt x="255189" y="95608"/>
                </a:lnTo>
                <a:lnTo>
                  <a:pt x="255189" y="80566"/>
                </a:lnTo>
                <a:lnTo>
                  <a:pt x="257976" y="80566"/>
                </a:lnTo>
                <a:lnTo>
                  <a:pt x="258388" y="85696"/>
                </a:lnTo>
                <a:lnTo>
                  <a:pt x="258831" y="80566"/>
                </a:lnTo>
                <a:close/>
                <a:moveTo>
                  <a:pt x="269092" y="80566"/>
                </a:moveTo>
                <a:lnTo>
                  <a:pt x="269092" y="95608"/>
                </a:lnTo>
                <a:lnTo>
                  <a:pt x="267350" y="95608"/>
                </a:lnTo>
                <a:lnTo>
                  <a:pt x="267350" y="89211"/>
                </a:lnTo>
                <a:lnTo>
                  <a:pt x="266844" y="95608"/>
                </a:lnTo>
                <a:lnTo>
                  <a:pt x="264912" y="95608"/>
                </a:lnTo>
                <a:lnTo>
                  <a:pt x="264405" y="89211"/>
                </a:lnTo>
                <a:lnTo>
                  <a:pt x="264405" y="95608"/>
                </a:lnTo>
                <a:lnTo>
                  <a:pt x="262663" y="95608"/>
                </a:lnTo>
                <a:lnTo>
                  <a:pt x="262663" y="80566"/>
                </a:lnTo>
                <a:lnTo>
                  <a:pt x="265450" y="80566"/>
                </a:lnTo>
                <a:lnTo>
                  <a:pt x="265862" y="85696"/>
                </a:lnTo>
                <a:lnTo>
                  <a:pt x="266305" y="80566"/>
                </a:lnTo>
                <a:close/>
                <a:moveTo>
                  <a:pt x="276566" y="80566"/>
                </a:moveTo>
                <a:lnTo>
                  <a:pt x="276566" y="95608"/>
                </a:lnTo>
                <a:lnTo>
                  <a:pt x="274824" y="95608"/>
                </a:lnTo>
                <a:lnTo>
                  <a:pt x="274824" y="89211"/>
                </a:lnTo>
                <a:lnTo>
                  <a:pt x="274317" y="95608"/>
                </a:lnTo>
                <a:lnTo>
                  <a:pt x="272386" y="95608"/>
                </a:lnTo>
                <a:lnTo>
                  <a:pt x="271879" y="89211"/>
                </a:lnTo>
                <a:lnTo>
                  <a:pt x="271879" y="95608"/>
                </a:lnTo>
                <a:lnTo>
                  <a:pt x="270137" y="95608"/>
                </a:lnTo>
                <a:lnTo>
                  <a:pt x="270137" y="80566"/>
                </a:lnTo>
                <a:lnTo>
                  <a:pt x="272924" y="80566"/>
                </a:lnTo>
                <a:lnTo>
                  <a:pt x="273367" y="85696"/>
                </a:lnTo>
                <a:lnTo>
                  <a:pt x="273779" y="80566"/>
                </a:lnTo>
                <a:close/>
                <a:moveTo>
                  <a:pt x="284040" y="80566"/>
                </a:moveTo>
                <a:lnTo>
                  <a:pt x="284040" y="95608"/>
                </a:lnTo>
                <a:lnTo>
                  <a:pt x="282298" y="95608"/>
                </a:lnTo>
                <a:lnTo>
                  <a:pt x="282298" y="89211"/>
                </a:lnTo>
                <a:lnTo>
                  <a:pt x="281791" y="95608"/>
                </a:lnTo>
                <a:lnTo>
                  <a:pt x="279860" y="95608"/>
                </a:lnTo>
                <a:lnTo>
                  <a:pt x="279353" y="89211"/>
                </a:lnTo>
                <a:lnTo>
                  <a:pt x="279353" y="95608"/>
                </a:lnTo>
                <a:lnTo>
                  <a:pt x="277611" y="95608"/>
                </a:lnTo>
                <a:lnTo>
                  <a:pt x="277611" y="80566"/>
                </a:lnTo>
                <a:lnTo>
                  <a:pt x="280430" y="80566"/>
                </a:lnTo>
                <a:lnTo>
                  <a:pt x="280841" y="85696"/>
                </a:lnTo>
                <a:lnTo>
                  <a:pt x="281253" y="80566"/>
                </a:lnTo>
                <a:close/>
                <a:moveTo>
                  <a:pt x="7347" y="96463"/>
                </a:moveTo>
                <a:lnTo>
                  <a:pt x="7347" y="111474"/>
                </a:lnTo>
                <a:lnTo>
                  <a:pt x="5605" y="111474"/>
                </a:lnTo>
                <a:lnTo>
                  <a:pt x="5605" y="105077"/>
                </a:lnTo>
                <a:lnTo>
                  <a:pt x="5099" y="111474"/>
                </a:lnTo>
                <a:lnTo>
                  <a:pt x="3167" y="111474"/>
                </a:lnTo>
                <a:lnTo>
                  <a:pt x="2629" y="105077"/>
                </a:lnTo>
                <a:lnTo>
                  <a:pt x="2629" y="111474"/>
                </a:lnTo>
                <a:lnTo>
                  <a:pt x="918" y="111474"/>
                </a:lnTo>
                <a:lnTo>
                  <a:pt x="918" y="96463"/>
                </a:lnTo>
                <a:lnTo>
                  <a:pt x="3705" y="96463"/>
                </a:lnTo>
                <a:lnTo>
                  <a:pt x="4117" y="101562"/>
                </a:lnTo>
                <a:lnTo>
                  <a:pt x="4529" y="96463"/>
                </a:lnTo>
                <a:close/>
                <a:moveTo>
                  <a:pt x="14821" y="96463"/>
                </a:moveTo>
                <a:lnTo>
                  <a:pt x="14821" y="111474"/>
                </a:lnTo>
                <a:lnTo>
                  <a:pt x="13079" y="111474"/>
                </a:lnTo>
                <a:lnTo>
                  <a:pt x="13079" y="105077"/>
                </a:lnTo>
                <a:lnTo>
                  <a:pt x="12573" y="111474"/>
                </a:lnTo>
                <a:lnTo>
                  <a:pt x="10641" y="111474"/>
                </a:lnTo>
                <a:lnTo>
                  <a:pt x="10134" y="105077"/>
                </a:lnTo>
                <a:lnTo>
                  <a:pt x="10134" y="111474"/>
                </a:lnTo>
                <a:lnTo>
                  <a:pt x="8392" y="111474"/>
                </a:lnTo>
                <a:lnTo>
                  <a:pt x="8392" y="96463"/>
                </a:lnTo>
                <a:lnTo>
                  <a:pt x="11179" y="96463"/>
                </a:lnTo>
                <a:lnTo>
                  <a:pt x="11591" y="101562"/>
                </a:lnTo>
                <a:lnTo>
                  <a:pt x="12034" y="96463"/>
                </a:lnTo>
                <a:close/>
                <a:moveTo>
                  <a:pt x="22295" y="96463"/>
                </a:moveTo>
                <a:lnTo>
                  <a:pt x="22295" y="111474"/>
                </a:lnTo>
                <a:lnTo>
                  <a:pt x="20553" y="111474"/>
                </a:lnTo>
                <a:lnTo>
                  <a:pt x="20553" y="105077"/>
                </a:lnTo>
                <a:lnTo>
                  <a:pt x="20047" y="111474"/>
                </a:lnTo>
                <a:lnTo>
                  <a:pt x="18115" y="111474"/>
                </a:lnTo>
                <a:lnTo>
                  <a:pt x="17608" y="105077"/>
                </a:lnTo>
                <a:lnTo>
                  <a:pt x="17608" y="111474"/>
                </a:lnTo>
                <a:lnTo>
                  <a:pt x="15866" y="111474"/>
                </a:lnTo>
                <a:lnTo>
                  <a:pt x="15866" y="96463"/>
                </a:lnTo>
                <a:lnTo>
                  <a:pt x="18653" y="96463"/>
                </a:lnTo>
                <a:lnTo>
                  <a:pt x="19096" y="101562"/>
                </a:lnTo>
                <a:lnTo>
                  <a:pt x="19508" y="96463"/>
                </a:lnTo>
                <a:close/>
                <a:moveTo>
                  <a:pt x="29769" y="96463"/>
                </a:moveTo>
                <a:lnTo>
                  <a:pt x="29769" y="111474"/>
                </a:lnTo>
                <a:lnTo>
                  <a:pt x="28059" y="111474"/>
                </a:lnTo>
                <a:lnTo>
                  <a:pt x="28059" y="105077"/>
                </a:lnTo>
                <a:lnTo>
                  <a:pt x="27520" y="111474"/>
                </a:lnTo>
                <a:lnTo>
                  <a:pt x="25589" y="111474"/>
                </a:lnTo>
                <a:lnTo>
                  <a:pt x="25082" y="105077"/>
                </a:lnTo>
                <a:lnTo>
                  <a:pt x="25082" y="111474"/>
                </a:lnTo>
                <a:lnTo>
                  <a:pt x="23340" y="111474"/>
                </a:lnTo>
                <a:lnTo>
                  <a:pt x="23340" y="96463"/>
                </a:lnTo>
                <a:lnTo>
                  <a:pt x="26159" y="96463"/>
                </a:lnTo>
                <a:lnTo>
                  <a:pt x="26570" y="101562"/>
                </a:lnTo>
                <a:lnTo>
                  <a:pt x="26982" y="96463"/>
                </a:lnTo>
                <a:close/>
                <a:moveTo>
                  <a:pt x="37243" y="96463"/>
                </a:moveTo>
                <a:lnTo>
                  <a:pt x="37243" y="111474"/>
                </a:lnTo>
                <a:lnTo>
                  <a:pt x="35533" y="111474"/>
                </a:lnTo>
                <a:lnTo>
                  <a:pt x="35533" y="105077"/>
                </a:lnTo>
                <a:lnTo>
                  <a:pt x="34994" y="111474"/>
                </a:lnTo>
                <a:lnTo>
                  <a:pt x="33094" y="111474"/>
                </a:lnTo>
                <a:lnTo>
                  <a:pt x="32556" y="105077"/>
                </a:lnTo>
                <a:lnTo>
                  <a:pt x="32556" y="111474"/>
                </a:lnTo>
                <a:lnTo>
                  <a:pt x="30814" y="111474"/>
                </a:lnTo>
                <a:lnTo>
                  <a:pt x="30814" y="96463"/>
                </a:lnTo>
                <a:lnTo>
                  <a:pt x="33633" y="96463"/>
                </a:lnTo>
                <a:lnTo>
                  <a:pt x="34044" y="101562"/>
                </a:lnTo>
                <a:lnTo>
                  <a:pt x="34456" y="96463"/>
                </a:lnTo>
                <a:close/>
                <a:moveTo>
                  <a:pt x="44748" y="96463"/>
                </a:moveTo>
                <a:lnTo>
                  <a:pt x="44748" y="111474"/>
                </a:lnTo>
                <a:lnTo>
                  <a:pt x="43007" y="111474"/>
                </a:lnTo>
                <a:lnTo>
                  <a:pt x="43007" y="105077"/>
                </a:lnTo>
                <a:lnTo>
                  <a:pt x="42468" y="111474"/>
                </a:lnTo>
                <a:lnTo>
                  <a:pt x="40568" y="111474"/>
                </a:lnTo>
                <a:lnTo>
                  <a:pt x="40030" y="105077"/>
                </a:lnTo>
                <a:lnTo>
                  <a:pt x="40030" y="111474"/>
                </a:lnTo>
                <a:lnTo>
                  <a:pt x="38320" y="111474"/>
                </a:lnTo>
                <a:lnTo>
                  <a:pt x="38320" y="96463"/>
                </a:lnTo>
                <a:lnTo>
                  <a:pt x="41106" y="96463"/>
                </a:lnTo>
                <a:lnTo>
                  <a:pt x="41518" y="101562"/>
                </a:lnTo>
                <a:lnTo>
                  <a:pt x="41930" y="96463"/>
                </a:lnTo>
                <a:close/>
                <a:moveTo>
                  <a:pt x="52222" y="96463"/>
                </a:moveTo>
                <a:lnTo>
                  <a:pt x="52222" y="111474"/>
                </a:lnTo>
                <a:lnTo>
                  <a:pt x="50480" y="111474"/>
                </a:lnTo>
                <a:lnTo>
                  <a:pt x="50480" y="105077"/>
                </a:lnTo>
                <a:lnTo>
                  <a:pt x="49942" y="111474"/>
                </a:lnTo>
                <a:lnTo>
                  <a:pt x="48042" y="111474"/>
                </a:lnTo>
                <a:lnTo>
                  <a:pt x="47504" y="105077"/>
                </a:lnTo>
                <a:lnTo>
                  <a:pt x="47504" y="111474"/>
                </a:lnTo>
                <a:lnTo>
                  <a:pt x="45793" y="111474"/>
                </a:lnTo>
                <a:lnTo>
                  <a:pt x="45793" y="96463"/>
                </a:lnTo>
                <a:lnTo>
                  <a:pt x="48580" y="96463"/>
                </a:lnTo>
                <a:lnTo>
                  <a:pt x="48992" y="101562"/>
                </a:lnTo>
                <a:lnTo>
                  <a:pt x="49404" y="96463"/>
                </a:lnTo>
                <a:close/>
                <a:moveTo>
                  <a:pt x="59696" y="96463"/>
                </a:moveTo>
                <a:lnTo>
                  <a:pt x="59696" y="111474"/>
                </a:lnTo>
                <a:lnTo>
                  <a:pt x="57954" y="111474"/>
                </a:lnTo>
                <a:lnTo>
                  <a:pt x="57954" y="105077"/>
                </a:lnTo>
                <a:lnTo>
                  <a:pt x="57448" y="111474"/>
                </a:lnTo>
                <a:lnTo>
                  <a:pt x="55516" y="111474"/>
                </a:lnTo>
                <a:lnTo>
                  <a:pt x="54978" y="105077"/>
                </a:lnTo>
                <a:lnTo>
                  <a:pt x="54978" y="111474"/>
                </a:lnTo>
                <a:lnTo>
                  <a:pt x="53267" y="111474"/>
                </a:lnTo>
                <a:lnTo>
                  <a:pt x="53267" y="96463"/>
                </a:lnTo>
                <a:lnTo>
                  <a:pt x="56054" y="96463"/>
                </a:lnTo>
                <a:lnTo>
                  <a:pt x="56466" y="101562"/>
                </a:lnTo>
                <a:lnTo>
                  <a:pt x="56878" y="96463"/>
                </a:lnTo>
                <a:close/>
                <a:moveTo>
                  <a:pt x="67170" y="96463"/>
                </a:moveTo>
                <a:lnTo>
                  <a:pt x="67170" y="111474"/>
                </a:lnTo>
                <a:lnTo>
                  <a:pt x="65428" y="111474"/>
                </a:lnTo>
                <a:lnTo>
                  <a:pt x="65428" y="105077"/>
                </a:lnTo>
                <a:lnTo>
                  <a:pt x="64922" y="111474"/>
                </a:lnTo>
                <a:lnTo>
                  <a:pt x="62990" y="111474"/>
                </a:lnTo>
                <a:lnTo>
                  <a:pt x="62483" y="105077"/>
                </a:lnTo>
                <a:lnTo>
                  <a:pt x="62483" y="111474"/>
                </a:lnTo>
                <a:lnTo>
                  <a:pt x="60741" y="111474"/>
                </a:lnTo>
                <a:lnTo>
                  <a:pt x="60741" y="96463"/>
                </a:lnTo>
                <a:lnTo>
                  <a:pt x="63528" y="96463"/>
                </a:lnTo>
                <a:lnTo>
                  <a:pt x="63940" y="101562"/>
                </a:lnTo>
                <a:lnTo>
                  <a:pt x="64383" y="96463"/>
                </a:lnTo>
                <a:close/>
                <a:moveTo>
                  <a:pt x="74644" y="96463"/>
                </a:moveTo>
                <a:lnTo>
                  <a:pt x="74644" y="111474"/>
                </a:lnTo>
                <a:lnTo>
                  <a:pt x="72902" y="111474"/>
                </a:lnTo>
                <a:lnTo>
                  <a:pt x="72902" y="105077"/>
                </a:lnTo>
                <a:lnTo>
                  <a:pt x="72395" y="111474"/>
                </a:lnTo>
                <a:lnTo>
                  <a:pt x="70464" y="111474"/>
                </a:lnTo>
                <a:lnTo>
                  <a:pt x="69957" y="105077"/>
                </a:lnTo>
                <a:lnTo>
                  <a:pt x="69957" y="111474"/>
                </a:lnTo>
                <a:lnTo>
                  <a:pt x="68215" y="111474"/>
                </a:lnTo>
                <a:lnTo>
                  <a:pt x="68215" y="96463"/>
                </a:lnTo>
                <a:lnTo>
                  <a:pt x="71002" y="96463"/>
                </a:lnTo>
                <a:lnTo>
                  <a:pt x="71445" y="101562"/>
                </a:lnTo>
                <a:lnTo>
                  <a:pt x="71857" y="96463"/>
                </a:lnTo>
                <a:close/>
                <a:moveTo>
                  <a:pt x="82118" y="96463"/>
                </a:moveTo>
                <a:lnTo>
                  <a:pt x="82118" y="111474"/>
                </a:lnTo>
                <a:lnTo>
                  <a:pt x="80376" y="111474"/>
                </a:lnTo>
                <a:lnTo>
                  <a:pt x="80376" y="105077"/>
                </a:lnTo>
                <a:lnTo>
                  <a:pt x="79869" y="111474"/>
                </a:lnTo>
                <a:lnTo>
                  <a:pt x="77969" y="111474"/>
                </a:lnTo>
                <a:lnTo>
                  <a:pt x="77431" y="105077"/>
                </a:lnTo>
                <a:lnTo>
                  <a:pt x="77431" y="111474"/>
                </a:lnTo>
                <a:lnTo>
                  <a:pt x="75689" y="111474"/>
                </a:lnTo>
                <a:lnTo>
                  <a:pt x="75689" y="96463"/>
                </a:lnTo>
                <a:lnTo>
                  <a:pt x="78508" y="96463"/>
                </a:lnTo>
                <a:lnTo>
                  <a:pt x="78919" y="101562"/>
                </a:lnTo>
                <a:lnTo>
                  <a:pt x="79331" y="96463"/>
                </a:lnTo>
                <a:close/>
                <a:moveTo>
                  <a:pt x="89623" y="96463"/>
                </a:moveTo>
                <a:lnTo>
                  <a:pt x="89623" y="111474"/>
                </a:lnTo>
                <a:lnTo>
                  <a:pt x="87882" y="111474"/>
                </a:lnTo>
                <a:lnTo>
                  <a:pt x="87882" y="105077"/>
                </a:lnTo>
                <a:lnTo>
                  <a:pt x="87343" y="111474"/>
                </a:lnTo>
                <a:lnTo>
                  <a:pt x="85443" y="111474"/>
                </a:lnTo>
                <a:lnTo>
                  <a:pt x="84905" y="105077"/>
                </a:lnTo>
                <a:lnTo>
                  <a:pt x="84905" y="111474"/>
                </a:lnTo>
                <a:lnTo>
                  <a:pt x="83163" y="111474"/>
                </a:lnTo>
                <a:lnTo>
                  <a:pt x="83163" y="96463"/>
                </a:lnTo>
                <a:lnTo>
                  <a:pt x="85982" y="96463"/>
                </a:lnTo>
                <a:lnTo>
                  <a:pt x="86393" y="101562"/>
                </a:lnTo>
                <a:lnTo>
                  <a:pt x="86805" y="96463"/>
                </a:lnTo>
                <a:close/>
                <a:moveTo>
                  <a:pt x="97097" y="96463"/>
                </a:moveTo>
                <a:lnTo>
                  <a:pt x="97097" y="111474"/>
                </a:lnTo>
                <a:lnTo>
                  <a:pt x="95356" y="111474"/>
                </a:lnTo>
                <a:lnTo>
                  <a:pt x="95356" y="105077"/>
                </a:lnTo>
                <a:lnTo>
                  <a:pt x="94817" y="111474"/>
                </a:lnTo>
                <a:lnTo>
                  <a:pt x="92917" y="111474"/>
                </a:lnTo>
                <a:lnTo>
                  <a:pt x="92379" y="105077"/>
                </a:lnTo>
                <a:lnTo>
                  <a:pt x="92379" y="111474"/>
                </a:lnTo>
                <a:lnTo>
                  <a:pt x="90637" y="111474"/>
                </a:lnTo>
                <a:lnTo>
                  <a:pt x="90637" y="96463"/>
                </a:lnTo>
                <a:lnTo>
                  <a:pt x="93455" y="96463"/>
                </a:lnTo>
                <a:lnTo>
                  <a:pt x="93867" y="101562"/>
                </a:lnTo>
                <a:lnTo>
                  <a:pt x="94279" y="96463"/>
                </a:lnTo>
                <a:close/>
                <a:moveTo>
                  <a:pt x="104571" y="96463"/>
                </a:moveTo>
                <a:lnTo>
                  <a:pt x="104571" y="111474"/>
                </a:lnTo>
                <a:lnTo>
                  <a:pt x="102829" y="111474"/>
                </a:lnTo>
                <a:lnTo>
                  <a:pt x="102829" y="105077"/>
                </a:lnTo>
                <a:lnTo>
                  <a:pt x="102323" y="111474"/>
                </a:lnTo>
                <a:lnTo>
                  <a:pt x="100391" y="111474"/>
                </a:lnTo>
                <a:lnTo>
                  <a:pt x="99853" y="105077"/>
                </a:lnTo>
                <a:lnTo>
                  <a:pt x="99853" y="111474"/>
                </a:lnTo>
                <a:lnTo>
                  <a:pt x="98142" y="111474"/>
                </a:lnTo>
                <a:lnTo>
                  <a:pt x="98142" y="96463"/>
                </a:lnTo>
                <a:lnTo>
                  <a:pt x="100929" y="96463"/>
                </a:lnTo>
                <a:lnTo>
                  <a:pt x="101341" y="101562"/>
                </a:lnTo>
                <a:lnTo>
                  <a:pt x="101753" y="96463"/>
                </a:lnTo>
                <a:close/>
                <a:moveTo>
                  <a:pt x="112045" y="96463"/>
                </a:moveTo>
                <a:lnTo>
                  <a:pt x="112045" y="111474"/>
                </a:lnTo>
                <a:lnTo>
                  <a:pt x="110303" y="111474"/>
                </a:lnTo>
                <a:lnTo>
                  <a:pt x="110303" y="105077"/>
                </a:lnTo>
                <a:lnTo>
                  <a:pt x="109797" y="111474"/>
                </a:lnTo>
                <a:lnTo>
                  <a:pt x="107865" y="111474"/>
                </a:lnTo>
                <a:lnTo>
                  <a:pt x="107358" y="105077"/>
                </a:lnTo>
                <a:lnTo>
                  <a:pt x="107358" y="111474"/>
                </a:lnTo>
                <a:lnTo>
                  <a:pt x="105616" y="111474"/>
                </a:lnTo>
                <a:lnTo>
                  <a:pt x="105616" y="96463"/>
                </a:lnTo>
                <a:lnTo>
                  <a:pt x="108403" y="96463"/>
                </a:lnTo>
                <a:lnTo>
                  <a:pt x="108815" y="101562"/>
                </a:lnTo>
                <a:lnTo>
                  <a:pt x="109258" y="96463"/>
                </a:lnTo>
                <a:close/>
                <a:moveTo>
                  <a:pt x="119519" y="96463"/>
                </a:moveTo>
                <a:lnTo>
                  <a:pt x="119519" y="111474"/>
                </a:lnTo>
                <a:lnTo>
                  <a:pt x="117777" y="111474"/>
                </a:lnTo>
                <a:lnTo>
                  <a:pt x="117777" y="105077"/>
                </a:lnTo>
                <a:lnTo>
                  <a:pt x="117271" y="111474"/>
                </a:lnTo>
                <a:lnTo>
                  <a:pt x="115339" y="111474"/>
                </a:lnTo>
                <a:lnTo>
                  <a:pt x="114832" y="105077"/>
                </a:lnTo>
                <a:lnTo>
                  <a:pt x="114832" y="111474"/>
                </a:lnTo>
                <a:lnTo>
                  <a:pt x="113090" y="111474"/>
                </a:lnTo>
                <a:lnTo>
                  <a:pt x="113090" y="96463"/>
                </a:lnTo>
                <a:lnTo>
                  <a:pt x="115877" y="96463"/>
                </a:lnTo>
                <a:lnTo>
                  <a:pt x="116320" y="101562"/>
                </a:lnTo>
                <a:lnTo>
                  <a:pt x="116732" y="96463"/>
                </a:lnTo>
                <a:close/>
                <a:moveTo>
                  <a:pt x="126993" y="96463"/>
                </a:moveTo>
                <a:lnTo>
                  <a:pt x="126993" y="111474"/>
                </a:lnTo>
                <a:lnTo>
                  <a:pt x="125283" y="111474"/>
                </a:lnTo>
                <a:lnTo>
                  <a:pt x="125283" y="105077"/>
                </a:lnTo>
                <a:lnTo>
                  <a:pt x="124744" y="111474"/>
                </a:lnTo>
                <a:lnTo>
                  <a:pt x="122813" y="111474"/>
                </a:lnTo>
                <a:lnTo>
                  <a:pt x="122306" y="105077"/>
                </a:lnTo>
                <a:lnTo>
                  <a:pt x="122306" y="111474"/>
                </a:lnTo>
                <a:lnTo>
                  <a:pt x="120564" y="111474"/>
                </a:lnTo>
                <a:lnTo>
                  <a:pt x="120564" y="96463"/>
                </a:lnTo>
                <a:lnTo>
                  <a:pt x="123351" y="96463"/>
                </a:lnTo>
                <a:lnTo>
                  <a:pt x="123794" y="101562"/>
                </a:lnTo>
                <a:lnTo>
                  <a:pt x="124206" y="96463"/>
                </a:lnTo>
                <a:close/>
                <a:moveTo>
                  <a:pt x="134467" y="96463"/>
                </a:moveTo>
                <a:lnTo>
                  <a:pt x="134467" y="111474"/>
                </a:lnTo>
                <a:lnTo>
                  <a:pt x="132757" y="111474"/>
                </a:lnTo>
                <a:lnTo>
                  <a:pt x="132757" y="105077"/>
                </a:lnTo>
                <a:lnTo>
                  <a:pt x="132218" y="111474"/>
                </a:lnTo>
                <a:lnTo>
                  <a:pt x="130318" y="111474"/>
                </a:lnTo>
                <a:lnTo>
                  <a:pt x="129780" y="105077"/>
                </a:lnTo>
                <a:lnTo>
                  <a:pt x="129780" y="111474"/>
                </a:lnTo>
                <a:lnTo>
                  <a:pt x="128038" y="111474"/>
                </a:lnTo>
                <a:lnTo>
                  <a:pt x="128038" y="96463"/>
                </a:lnTo>
                <a:lnTo>
                  <a:pt x="130857" y="96463"/>
                </a:lnTo>
                <a:lnTo>
                  <a:pt x="131268" y="101562"/>
                </a:lnTo>
                <a:lnTo>
                  <a:pt x="131680" y="96463"/>
                </a:lnTo>
                <a:close/>
                <a:moveTo>
                  <a:pt x="141941" y="96463"/>
                </a:moveTo>
                <a:lnTo>
                  <a:pt x="141941" y="111474"/>
                </a:lnTo>
                <a:lnTo>
                  <a:pt x="140231" y="111474"/>
                </a:lnTo>
                <a:lnTo>
                  <a:pt x="140231" y="105077"/>
                </a:lnTo>
                <a:lnTo>
                  <a:pt x="139692" y="111474"/>
                </a:lnTo>
                <a:lnTo>
                  <a:pt x="137792" y="111474"/>
                </a:lnTo>
                <a:lnTo>
                  <a:pt x="137254" y="105077"/>
                </a:lnTo>
                <a:lnTo>
                  <a:pt x="137254" y="111474"/>
                </a:lnTo>
                <a:lnTo>
                  <a:pt x="135512" y="111474"/>
                </a:lnTo>
                <a:lnTo>
                  <a:pt x="135512" y="96463"/>
                </a:lnTo>
                <a:lnTo>
                  <a:pt x="138330" y="96463"/>
                </a:lnTo>
                <a:lnTo>
                  <a:pt x="138742" y="101562"/>
                </a:lnTo>
                <a:lnTo>
                  <a:pt x="139154" y="96463"/>
                </a:lnTo>
                <a:close/>
                <a:moveTo>
                  <a:pt x="149446" y="96463"/>
                </a:moveTo>
                <a:lnTo>
                  <a:pt x="149446" y="111474"/>
                </a:lnTo>
                <a:lnTo>
                  <a:pt x="147705" y="111474"/>
                </a:lnTo>
                <a:lnTo>
                  <a:pt x="147705" y="105077"/>
                </a:lnTo>
                <a:lnTo>
                  <a:pt x="147166" y="111474"/>
                </a:lnTo>
                <a:lnTo>
                  <a:pt x="145266" y="111474"/>
                </a:lnTo>
                <a:lnTo>
                  <a:pt x="144728" y="105077"/>
                </a:lnTo>
                <a:lnTo>
                  <a:pt x="144728" y="111474"/>
                </a:lnTo>
                <a:lnTo>
                  <a:pt x="142986" y="111474"/>
                </a:lnTo>
                <a:lnTo>
                  <a:pt x="142986" y="96463"/>
                </a:lnTo>
                <a:lnTo>
                  <a:pt x="145804" y="96463"/>
                </a:lnTo>
                <a:lnTo>
                  <a:pt x="146216" y="101562"/>
                </a:lnTo>
                <a:lnTo>
                  <a:pt x="146628" y="96463"/>
                </a:lnTo>
                <a:close/>
                <a:moveTo>
                  <a:pt x="156920" y="96463"/>
                </a:moveTo>
                <a:lnTo>
                  <a:pt x="156920" y="111474"/>
                </a:lnTo>
                <a:lnTo>
                  <a:pt x="155178" y="111474"/>
                </a:lnTo>
                <a:lnTo>
                  <a:pt x="155178" y="105077"/>
                </a:lnTo>
                <a:lnTo>
                  <a:pt x="154640" y="111474"/>
                </a:lnTo>
                <a:lnTo>
                  <a:pt x="152740" y="111474"/>
                </a:lnTo>
                <a:lnTo>
                  <a:pt x="152233" y="105077"/>
                </a:lnTo>
                <a:lnTo>
                  <a:pt x="152233" y="111474"/>
                </a:lnTo>
                <a:lnTo>
                  <a:pt x="150491" y="111474"/>
                </a:lnTo>
                <a:lnTo>
                  <a:pt x="150491" y="96463"/>
                </a:lnTo>
                <a:lnTo>
                  <a:pt x="153278" y="96463"/>
                </a:lnTo>
                <a:lnTo>
                  <a:pt x="153690" y="101562"/>
                </a:lnTo>
                <a:lnTo>
                  <a:pt x="154133" y="96463"/>
                </a:lnTo>
                <a:close/>
                <a:moveTo>
                  <a:pt x="164394" y="96463"/>
                </a:moveTo>
                <a:lnTo>
                  <a:pt x="164394" y="111474"/>
                </a:lnTo>
                <a:lnTo>
                  <a:pt x="162652" y="111474"/>
                </a:lnTo>
                <a:lnTo>
                  <a:pt x="162652" y="105077"/>
                </a:lnTo>
                <a:lnTo>
                  <a:pt x="162146" y="111474"/>
                </a:lnTo>
                <a:lnTo>
                  <a:pt x="160214" y="111474"/>
                </a:lnTo>
                <a:lnTo>
                  <a:pt x="159707" y="105077"/>
                </a:lnTo>
                <a:lnTo>
                  <a:pt x="159707" y="111474"/>
                </a:lnTo>
                <a:lnTo>
                  <a:pt x="157965" y="111474"/>
                </a:lnTo>
                <a:lnTo>
                  <a:pt x="157965" y="96463"/>
                </a:lnTo>
                <a:lnTo>
                  <a:pt x="160752" y="96463"/>
                </a:lnTo>
                <a:lnTo>
                  <a:pt x="161164" y="101562"/>
                </a:lnTo>
                <a:lnTo>
                  <a:pt x="161607" y="96463"/>
                </a:lnTo>
                <a:close/>
                <a:moveTo>
                  <a:pt x="171868" y="96463"/>
                </a:moveTo>
                <a:lnTo>
                  <a:pt x="171868" y="111474"/>
                </a:lnTo>
                <a:lnTo>
                  <a:pt x="170126" y="111474"/>
                </a:lnTo>
                <a:lnTo>
                  <a:pt x="170126" y="105077"/>
                </a:lnTo>
                <a:lnTo>
                  <a:pt x="169620" y="111474"/>
                </a:lnTo>
                <a:lnTo>
                  <a:pt x="167688" y="111474"/>
                </a:lnTo>
                <a:lnTo>
                  <a:pt x="167181" y="105077"/>
                </a:lnTo>
                <a:lnTo>
                  <a:pt x="167181" y="111474"/>
                </a:lnTo>
                <a:lnTo>
                  <a:pt x="165439" y="111474"/>
                </a:lnTo>
                <a:lnTo>
                  <a:pt x="165439" y="96463"/>
                </a:lnTo>
                <a:lnTo>
                  <a:pt x="168226" y="96463"/>
                </a:lnTo>
                <a:lnTo>
                  <a:pt x="168638" y="101562"/>
                </a:lnTo>
                <a:lnTo>
                  <a:pt x="169081" y="96463"/>
                </a:lnTo>
                <a:close/>
                <a:moveTo>
                  <a:pt x="179342" y="96463"/>
                </a:moveTo>
                <a:lnTo>
                  <a:pt x="179342" y="111474"/>
                </a:lnTo>
                <a:lnTo>
                  <a:pt x="177600" y="111474"/>
                </a:lnTo>
                <a:lnTo>
                  <a:pt x="177600" y="105077"/>
                </a:lnTo>
                <a:lnTo>
                  <a:pt x="177093" y="111474"/>
                </a:lnTo>
                <a:lnTo>
                  <a:pt x="175193" y="111474"/>
                </a:lnTo>
                <a:lnTo>
                  <a:pt x="174655" y="105077"/>
                </a:lnTo>
                <a:lnTo>
                  <a:pt x="174655" y="111474"/>
                </a:lnTo>
                <a:lnTo>
                  <a:pt x="172913" y="111474"/>
                </a:lnTo>
                <a:lnTo>
                  <a:pt x="172913" y="96463"/>
                </a:lnTo>
                <a:lnTo>
                  <a:pt x="175732" y="96463"/>
                </a:lnTo>
                <a:lnTo>
                  <a:pt x="176143" y="101562"/>
                </a:lnTo>
                <a:lnTo>
                  <a:pt x="176555" y="96463"/>
                </a:lnTo>
                <a:close/>
                <a:moveTo>
                  <a:pt x="186816" y="96463"/>
                </a:moveTo>
                <a:lnTo>
                  <a:pt x="186816" y="111474"/>
                </a:lnTo>
                <a:lnTo>
                  <a:pt x="185106" y="111474"/>
                </a:lnTo>
                <a:lnTo>
                  <a:pt x="185106" y="105077"/>
                </a:lnTo>
                <a:lnTo>
                  <a:pt x="184567" y="111474"/>
                </a:lnTo>
                <a:lnTo>
                  <a:pt x="182667" y="111474"/>
                </a:lnTo>
                <a:lnTo>
                  <a:pt x="182129" y="105077"/>
                </a:lnTo>
                <a:lnTo>
                  <a:pt x="182129" y="111474"/>
                </a:lnTo>
                <a:lnTo>
                  <a:pt x="180387" y="111474"/>
                </a:lnTo>
                <a:lnTo>
                  <a:pt x="180387" y="96463"/>
                </a:lnTo>
                <a:lnTo>
                  <a:pt x="183206" y="96463"/>
                </a:lnTo>
                <a:lnTo>
                  <a:pt x="183617" y="101562"/>
                </a:lnTo>
                <a:lnTo>
                  <a:pt x="184029" y="96463"/>
                </a:lnTo>
                <a:close/>
                <a:moveTo>
                  <a:pt x="194321" y="96463"/>
                </a:moveTo>
                <a:lnTo>
                  <a:pt x="194321" y="111474"/>
                </a:lnTo>
                <a:lnTo>
                  <a:pt x="192580" y="111474"/>
                </a:lnTo>
                <a:lnTo>
                  <a:pt x="192580" y="105077"/>
                </a:lnTo>
                <a:lnTo>
                  <a:pt x="192041" y="111474"/>
                </a:lnTo>
                <a:lnTo>
                  <a:pt x="190141" y="111474"/>
                </a:lnTo>
                <a:lnTo>
                  <a:pt x="189603" y="105077"/>
                </a:lnTo>
                <a:lnTo>
                  <a:pt x="189603" y="111474"/>
                </a:lnTo>
                <a:lnTo>
                  <a:pt x="187861" y="111474"/>
                </a:lnTo>
                <a:lnTo>
                  <a:pt x="187861" y="96463"/>
                </a:lnTo>
                <a:lnTo>
                  <a:pt x="190679" y="96463"/>
                </a:lnTo>
                <a:lnTo>
                  <a:pt x="191091" y="101562"/>
                </a:lnTo>
                <a:lnTo>
                  <a:pt x="191503" y="96463"/>
                </a:lnTo>
                <a:close/>
                <a:moveTo>
                  <a:pt x="201795" y="96463"/>
                </a:moveTo>
                <a:lnTo>
                  <a:pt x="201795" y="111474"/>
                </a:lnTo>
                <a:lnTo>
                  <a:pt x="200054" y="111474"/>
                </a:lnTo>
                <a:lnTo>
                  <a:pt x="200054" y="105077"/>
                </a:lnTo>
                <a:lnTo>
                  <a:pt x="199515" y="111474"/>
                </a:lnTo>
                <a:lnTo>
                  <a:pt x="197615" y="111474"/>
                </a:lnTo>
                <a:lnTo>
                  <a:pt x="197077" y="105077"/>
                </a:lnTo>
                <a:lnTo>
                  <a:pt x="197077" y="111474"/>
                </a:lnTo>
                <a:lnTo>
                  <a:pt x="195366" y="111474"/>
                </a:lnTo>
                <a:lnTo>
                  <a:pt x="195366" y="96463"/>
                </a:lnTo>
                <a:lnTo>
                  <a:pt x="198153" y="96463"/>
                </a:lnTo>
                <a:lnTo>
                  <a:pt x="198565" y="101562"/>
                </a:lnTo>
                <a:lnTo>
                  <a:pt x="198977" y="96463"/>
                </a:lnTo>
                <a:close/>
                <a:moveTo>
                  <a:pt x="209269" y="96463"/>
                </a:moveTo>
                <a:lnTo>
                  <a:pt x="209269" y="111474"/>
                </a:lnTo>
                <a:lnTo>
                  <a:pt x="207527" y="111474"/>
                </a:lnTo>
                <a:lnTo>
                  <a:pt x="207527" y="105077"/>
                </a:lnTo>
                <a:lnTo>
                  <a:pt x="207021" y="111474"/>
                </a:lnTo>
                <a:lnTo>
                  <a:pt x="205089" y="111474"/>
                </a:lnTo>
                <a:lnTo>
                  <a:pt x="204582" y="105077"/>
                </a:lnTo>
                <a:lnTo>
                  <a:pt x="204582" y="111474"/>
                </a:lnTo>
                <a:lnTo>
                  <a:pt x="202840" y="111474"/>
                </a:lnTo>
                <a:lnTo>
                  <a:pt x="202840" y="96463"/>
                </a:lnTo>
                <a:lnTo>
                  <a:pt x="205627" y="96463"/>
                </a:lnTo>
                <a:lnTo>
                  <a:pt x="206039" y="101562"/>
                </a:lnTo>
                <a:lnTo>
                  <a:pt x="206451" y="96463"/>
                </a:lnTo>
                <a:close/>
                <a:moveTo>
                  <a:pt x="216743" y="96463"/>
                </a:moveTo>
                <a:lnTo>
                  <a:pt x="216743" y="111474"/>
                </a:lnTo>
                <a:lnTo>
                  <a:pt x="215001" y="111474"/>
                </a:lnTo>
                <a:lnTo>
                  <a:pt x="215001" y="105077"/>
                </a:lnTo>
                <a:lnTo>
                  <a:pt x="214495" y="111474"/>
                </a:lnTo>
                <a:lnTo>
                  <a:pt x="212563" y="111474"/>
                </a:lnTo>
                <a:lnTo>
                  <a:pt x="212056" y="105077"/>
                </a:lnTo>
                <a:lnTo>
                  <a:pt x="212056" y="111474"/>
                </a:lnTo>
                <a:lnTo>
                  <a:pt x="210314" y="111474"/>
                </a:lnTo>
                <a:lnTo>
                  <a:pt x="210314" y="96463"/>
                </a:lnTo>
                <a:lnTo>
                  <a:pt x="213101" y="96463"/>
                </a:lnTo>
                <a:lnTo>
                  <a:pt x="213513" y="101562"/>
                </a:lnTo>
                <a:lnTo>
                  <a:pt x="213956" y="96463"/>
                </a:lnTo>
                <a:close/>
                <a:moveTo>
                  <a:pt x="224217" y="96463"/>
                </a:moveTo>
                <a:lnTo>
                  <a:pt x="224217" y="111474"/>
                </a:lnTo>
                <a:lnTo>
                  <a:pt x="222475" y="111474"/>
                </a:lnTo>
                <a:lnTo>
                  <a:pt x="222475" y="105077"/>
                </a:lnTo>
                <a:lnTo>
                  <a:pt x="221969" y="111474"/>
                </a:lnTo>
                <a:lnTo>
                  <a:pt x="220037" y="111474"/>
                </a:lnTo>
                <a:lnTo>
                  <a:pt x="219530" y="105077"/>
                </a:lnTo>
                <a:lnTo>
                  <a:pt x="219530" y="111474"/>
                </a:lnTo>
                <a:lnTo>
                  <a:pt x="217788" y="111474"/>
                </a:lnTo>
                <a:lnTo>
                  <a:pt x="217788" y="96463"/>
                </a:lnTo>
                <a:lnTo>
                  <a:pt x="220575" y="96463"/>
                </a:lnTo>
                <a:lnTo>
                  <a:pt x="221018" y="101562"/>
                </a:lnTo>
                <a:lnTo>
                  <a:pt x="221430" y="96463"/>
                </a:lnTo>
                <a:close/>
                <a:moveTo>
                  <a:pt x="231691" y="96463"/>
                </a:moveTo>
                <a:lnTo>
                  <a:pt x="231691" y="111474"/>
                </a:lnTo>
                <a:lnTo>
                  <a:pt x="229981" y="111474"/>
                </a:lnTo>
                <a:lnTo>
                  <a:pt x="229981" y="105077"/>
                </a:lnTo>
                <a:lnTo>
                  <a:pt x="229442" y="111474"/>
                </a:lnTo>
                <a:lnTo>
                  <a:pt x="227542" y="111474"/>
                </a:lnTo>
                <a:lnTo>
                  <a:pt x="227004" y="105077"/>
                </a:lnTo>
                <a:lnTo>
                  <a:pt x="227004" y="111474"/>
                </a:lnTo>
                <a:lnTo>
                  <a:pt x="225262" y="111474"/>
                </a:lnTo>
                <a:lnTo>
                  <a:pt x="225262" y="96463"/>
                </a:lnTo>
                <a:lnTo>
                  <a:pt x="228049" y="96463"/>
                </a:lnTo>
                <a:lnTo>
                  <a:pt x="228492" y="101562"/>
                </a:lnTo>
                <a:lnTo>
                  <a:pt x="228904" y="96463"/>
                </a:lnTo>
                <a:close/>
                <a:moveTo>
                  <a:pt x="239165" y="96463"/>
                </a:moveTo>
                <a:lnTo>
                  <a:pt x="239165" y="111474"/>
                </a:lnTo>
                <a:lnTo>
                  <a:pt x="237455" y="111474"/>
                </a:lnTo>
                <a:lnTo>
                  <a:pt x="237455" y="105077"/>
                </a:lnTo>
                <a:lnTo>
                  <a:pt x="236916" y="111474"/>
                </a:lnTo>
                <a:lnTo>
                  <a:pt x="235016" y="111474"/>
                </a:lnTo>
                <a:lnTo>
                  <a:pt x="234478" y="105077"/>
                </a:lnTo>
                <a:lnTo>
                  <a:pt x="234478" y="111474"/>
                </a:lnTo>
                <a:lnTo>
                  <a:pt x="232736" y="111474"/>
                </a:lnTo>
                <a:lnTo>
                  <a:pt x="232736" y="96463"/>
                </a:lnTo>
                <a:lnTo>
                  <a:pt x="235555" y="96463"/>
                </a:lnTo>
                <a:lnTo>
                  <a:pt x="235966" y="101562"/>
                </a:lnTo>
                <a:lnTo>
                  <a:pt x="236378" y="96463"/>
                </a:lnTo>
                <a:close/>
                <a:moveTo>
                  <a:pt x="246670" y="96463"/>
                </a:moveTo>
                <a:lnTo>
                  <a:pt x="246670" y="111474"/>
                </a:lnTo>
                <a:lnTo>
                  <a:pt x="244929" y="111474"/>
                </a:lnTo>
                <a:lnTo>
                  <a:pt x="244929" y="105077"/>
                </a:lnTo>
                <a:lnTo>
                  <a:pt x="244390" y="111474"/>
                </a:lnTo>
                <a:lnTo>
                  <a:pt x="242490" y="111474"/>
                </a:lnTo>
                <a:lnTo>
                  <a:pt x="241952" y="105077"/>
                </a:lnTo>
                <a:lnTo>
                  <a:pt x="241952" y="111474"/>
                </a:lnTo>
                <a:lnTo>
                  <a:pt x="240242" y="111474"/>
                </a:lnTo>
                <a:lnTo>
                  <a:pt x="240242" y="96463"/>
                </a:lnTo>
                <a:lnTo>
                  <a:pt x="243028" y="96463"/>
                </a:lnTo>
                <a:lnTo>
                  <a:pt x="243440" y="101562"/>
                </a:lnTo>
                <a:lnTo>
                  <a:pt x="243852" y="96463"/>
                </a:lnTo>
                <a:close/>
                <a:moveTo>
                  <a:pt x="254144" y="96463"/>
                </a:moveTo>
                <a:lnTo>
                  <a:pt x="254144" y="111474"/>
                </a:lnTo>
                <a:lnTo>
                  <a:pt x="252402" y="111474"/>
                </a:lnTo>
                <a:lnTo>
                  <a:pt x="252402" y="105077"/>
                </a:lnTo>
                <a:lnTo>
                  <a:pt x="251864" y="111474"/>
                </a:lnTo>
                <a:lnTo>
                  <a:pt x="249964" y="111474"/>
                </a:lnTo>
                <a:lnTo>
                  <a:pt x="249426" y="105077"/>
                </a:lnTo>
                <a:lnTo>
                  <a:pt x="249426" y="111474"/>
                </a:lnTo>
                <a:lnTo>
                  <a:pt x="247715" y="111474"/>
                </a:lnTo>
                <a:lnTo>
                  <a:pt x="247715" y="96463"/>
                </a:lnTo>
                <a:lnTo>
                  <a:pt x="250502" y="96463"/>
                </a:lnTo>
                <a:lnTo>
                  <a:pt x="250914" y="101562"/>
                </a:lnTo>
                <a:lnTo>
                  <a:pt x="251326" y="96463"/>
                </a:lnTo>
                <a:close/>
                <a:moveTo>
                  <a:pt x="261618" y="96463"/>
                </a:moveTo>
                <a:lnTo>
                  <a:pt x="261618" y="111474"/>
                </a:lnTo>
                <a:lnTo>
                  <a:pt x="259876" y="111474"/>
                </a:lnTo>
                <a:lnTo>
                  <a:pt x="259876" y="105077"/>
                </a:lnTo>
                <a:lnTo>
                  <a:pt x="259338" y="111474"/>
                </a:lnTo>
                <a:lnTo>
                  <a:pt x="257438" y="111474"/>
                </a:lnTo>
                <a:lnTo>
                  <a:pt x="256899" y="105077"/>
                </a:lnTo>
                <a:lnTo>
                  <a:pt x="256899" y="111474"/>
                </a:lnTo>
                <a:lnTo>
                  <a:pt x="255189" y="111474"/>
                </a:lnTo>
                <a:lnTo>
                  <a:pt x="255189" y="96463"/>
                </a:lnTo>
                <a:lnTo>
                  <a:pt x="257976" y="96463"/>
                </a:lnTo>
                <a:lnTo>
                  <a:pt x="258388" y="101562"/>
                </a:lnTo>
                <a:lnTo>
                  <a:pt x="258831" y="96463"/>
                </a:lnTo>
                <a:close/>
                <a:moveTo>
                  <a:pt x="269092" y="96463"/>
                </a:moveTo>
                <a:lnTo>
                  <a:pt x="269092" y="111474"/>
                </a:lnTo>
                <a:lnTo>
                  <a:pt x="267350" y="111474"/>
                </a:lnTo>
                <a:lnTo>
                  <a:pt x="267350" y="105077"/>
                </a:lnTo>
                <a:lnTo>
                  <a:pt x="266844" y="111474"/>
                </a:lnTo>
                <a:lnTo>
                  <a:pt x="264912" y="111474"/>
                </a:lnTo>
                <a:lnTo>
                  <a:pt x="264405" y="105077"/>
                </a:lnTo>
                <a:lnTo>
                  <a:pt x="264405" y="111474"/>
                </a:lnTo>
                <a:lnTo>
                  <a:pt x="262663" y="111474"/>
                </a:lnTo>
                <a:lnTo>
                  <a:pt x="262663" y="96463"/>
                </a:lnTo>
                <a:lnTo>
                  <a:pt x="265450" y="96463"/>
                </a:lnTo>
                <a:lnTo>
                  <a:pt x="265862" y="101562"/>
                </a:lnTo>
                <a:lnTo>
                  <a:pt x="266305" y="96463"/>
                </a:lnTo>
                <a:close/>
                <a:moveTo>
                  <a:pt x="276566" y="96463"/>
                </a:moveTo>
                <a:lnTo>
                  <a:pt x="276566" y="111474"/>
                </a:lnTo>
                <a:lnTo>
                  <a:pt x="274824" y="111474"/>
                </a:lnTo>
                <a:lnTo>
                  <a:pt x="274824" y="105077"/>
                </a:lnTo>
                <a:lnTo>
                  <a:pt x="274317" y="111474"/>
                </a:lnTo>
                <a:lnTo>
                  <a:pt x="272386" y="111474"/>
                </a:lnTo>
                <a:lnTo>
                  <a:pt x="271879" y="105077"/>
                </a:lnTo>
                <a:lnTo>
                  <a:pt x="271879" y="111474"/>
                </a:lnTo>
                <a:lnTo>
                  <a:pt x="270137" y="111474"/>
                </a:lnTo>
                <a:lnTo>
                  <a:pt x="270137" y="96463"/>
                </a:lnTo>
                <a:lnTo>
                  <a:pt x="272924" y="96463"/>
                </a:lnTo>
                <a:lnTo>
                  <a:pt x="273367" y="101562"/>
                </a:lnTo>
                <a:lnTo>
                  <a:pt x="273779" y="96463"/>
                </a:lnTo>
                <a:close/>
                <a:moveTo>
                  <a:pt x="284040" y="96463"/>
                </a:moveTo>
                <a:lnTo>
                  <a:pt x="284040" y="111474"/>
                </a:lnTo>
                <a:lnTo>
                  <a:pt x="282298" y="111474"/>
                </a:lnTo>
                <a:lnTo>
                  <a:pt x="282298" y="105077"/>
                </a:lnTo>
                <a:lnTo>
                  <a:pt x="281791" y="111474"/>
                </a:lnTo>
                <a:lnTo>
                  <a:pt x="279860" y="111474"/>
                </a:lnTo>
                <a:lnTo>
                  <a:pt x="279353" y="105077"/>
                </a:lnTo>
                <a:lnTo>
                  <a:pt x="279353" y="111474"/>
                </a:lnTo>
                <a:lnTo>
                  <a:pt x="277611" y="111474"/>
                </a:lnTo>
                <a:lnTo>
                  <a:pt x="277611" y="96463"/>
                </a:lnTo>
                <a:lnTo>
                  <a:pt x="280430" y="96463"/>
                </a:lnTo>
                <a:lnTo>
                  <a:pt x="280841" y="101562"/>
                </a:lnTo>
                <a:lnTo>
                  <a:pt x="281253" y="96463"/>
                </a:lnTo>
                <a:close/>
                <a:moveTo>
                  <a:pt x="7347" y="112330"/>
                </a:moveTo>
                <a:lnTo>
                  <a:pt x="7347" y="127341"/>
                </a:lnTo>
                <a:lnTo>
                  <a:pt x="5605" y="127341"/>
                </a:lnTo>
                <a:lnTo>
                  <a:pt x="5605" y="120943"/>
                </a:lnTo>
                <a:lnTo>
                  <a:pt x="5099" y="127341"/>
                </a:lnTo>
                <a:lnTo>
                  <a:pt x="3167" y="127341"/>
                </a:lnTo>
                <a:lnTo>
                  <a:pt x="2629" y="120943"/>
                </a:lnTo>
                <a:lnTo>
                  <a:pt x="2629" y="127341"/>
                </a:lnTo>
                <a:lnTo>
                  <a:pt x="918" y="127341"/>
                </a:lnTo>
                <a:lnTo>
                  <a:pt x="918" y="112330"/>
                </a:lnTo>
                <a:lnTo>
                  <a:pt x="3705" y="112330"/>
                </a:lnTo>
                <a:lnTo>
                  <a:pt x="4117" y="117428"/>
                </a:lnTo>
                <a:lnTo>
                  <a:pt x="4529" y="112330"/>
                </a:lnTo>
                <a:close/>
                <a:moveTo>
                  <a:pt x="14821" y="112330"/>
                </a:moveTo>
                <a:lnTo>
                  <a:pt x="14821" y="127341"/>
                </a:lnTo>
                <a:lnTo>
                  <a:pt x="13079" y="127341"/>
                </a:lnTo>
                <a:lnTo>
                  <a:pt x="13079" y="120943"/>
                </a:lnTo>
                <a:lnTo>
                  <a:pt x="12573" y="127341"/>
                </a:lnTo>
                <a:lnTo>
                  <a:pt x="10641" y="127341"/>
                </a:lnTo>
                <a:lnTo>
                  <a:pt x="10134" y="120943"/>
                </a:lnTo>
                <a:lnTo>
                  <a:pt x="10134" y="127341"/>
                </a:lnTo>
                <a:lnTo>
                  <a:pt x="8392" y="127341"/>
                </a:lnTo>
                <a:lnTo>
                  <a:pt x="8392" y="112330"/>
                </a:lnTo>
                <a:lnTo>
                  <a:pt x="11179" y="112330"/>
                </a:lnTo>
                <a:lnTo>
                  <a:pt x="11591" y="117428"/>
                </a:lnTo>
                <a:lnTo>
                  <a:pt x="12034" y="112330"/>
                </a:lnTo>
                <a:close/>
                <a:moveTo>
                  <a:pt x="22295" y="112330"/>
                </a:moveTo>
                <a:lnTo>
                  <a:pt x="22295" y="127341"/>
                </a:lnTo>
                <a:lnTo>
                  <a:pt x="20553" y="127341"/>
                </a:lnTo>
                <a:lnTo>
                  <a:pt x="20553" y="120943"/>
                </a:lnTo>
                <a:lnTo>
                  <a:pt x="20047" y="127341"/>
                </a:lnTo>
                <a:lnTo>
                  <a:pt x="18115" y="127341"/>
                </a:lnTo>
                <a:lnTo>
                  <a:pt x="17608" y="120943"/>
                </a:lnTo>
                <a:lnTo>
                  <a:pt x="17608" y="127341"/>
                </a:lnTo>
                <a:lnTo>
                  <a:pt x="15866" y="127341"/>
                </a:lnTo>
                <a:lnTo>
                  <a:pt x="15866" y="112330"/>
                </a:lnTo>
                <a:lnTo>
                  <a:pt x="18653" y="112330"/>
                </a:lnTo>
                <a:lnTo>
                  <a:pt x="19096" y="117428"/>
                </a:lnTo>
                <a:lnTo>
                  <a:pt x="19508" y="112330"/>
                </a:lnTo>
                <a:close/>
                <a:moveTo>
                  <a:pt x="29769" y="112330"/>
                </a:moveTo>
                <a:lnTo>
                  <a:pt x="29769" y="127341"/>
                </a:lnTo>
                <a:lnTo>
                  <a:pt x="28059" y="127341"/>
                </a:lnTo>
                <a:lnTo>
                  <a:pt x="28059" y="120943"/>
                </a:lnTo>
                <a:lnTo>
                  <a:pt x="27520" y="127341"/>
                </a:lnTo>
                <a:lnTo>
                  <a:pt x="25589" y="127341"/>
                </a:lnTo>
                <a:lnTo>
                  <a:pt x="25082" y="120943"/>
                </a:lnTo>
                <a:lnTo>
                  <a:pt x="25082" y="127341"/>
                </a:lnTo>
                <a:lnTo>
                  <a:pt x="23340" y="127341"/>
                </a:lnTo>
                <a:lnTo>
                  <a:pt x="23340" y="112330"/>
                </a:lnTo>
                <a:lnTo>
                  <a:pt x="26159" y="112330"/>
                </a:lnTo>
                <a:lnTo>
                  <a:pt x="26570" y="117428"/>
                </a:lnTo>
                <a:lnTo>
                  <a:pt x="26982" y="112330"/>
                </a:lnTo>
                <a:close/>
                <a:moveTo>
                  <a:pt x="37243" y="112330"/>
                </a:moveTo>
                <a:lnTo>
                  <a:pt x="37243" y="127341"/>
                </a:lnTo>
                <a:lnTo>
                  <a:pt x="35533" y="127341"/>
                </a:lnTo>
                <a:lnTo>
                  <a:pt x="35533" y="120943"/>
                </a:lnTo>
                <a:lnTo>
                  <a:pt x="34994" y="127341"/>
                </a:lnTo>
                <a:lnTo>
                  <a:pt x="33094" y="127341"/>
                </a:lnTo>
                <a:lnTo>
                  <a:pt x="32556" y="120943"/>
                </a:lnTo>
                <a:lnTo>
                  <a:pt x="32556" y="127341"/>
                </a:lnTo>
                <a:lnTo>
                  <a:pt x="30814" y="127341"/>
                </a:lnTo>
                <a:lnTo>
                  <a:pt x="30814" y="112330"/>
                </a:lnTo>
                <a:lnTo>
                  <a:pt x="33633" y="112330"/>
                </a:lnTo>
                <a:lnTo>
                  <a:pt x="34044" y="117428"/>
                </a:lnTo>
                <a:lnTo>
                  <a:pt x="34456" y="112330"/>
                </a:lnTo>
                <a:close/>
                <a:moveTo>
                  <a:pt x="44748" y="112330"/>
                </a:moveTo>
                <a:lnTo>
                  <a:pt x="44748" y="127341"/>
                </a:lnTo>
                <a:lnTo>
                  <a:pt x="43007" y="127341"/>
                </a:lnTo>
                <a:lnTo>
                  <a:pt x="43007" y="120943"/>
                </a:lnTo>
                <a:lnTo>
                  <a:pt x="42468" y="127341"/>
                </a:lnTo>
                <a:lnTo>
                  <a:pt x="40568" y="127341"/>
                </a:lnTo>
                <a:lnTo>
                  <a:pt x="40030" y="120943"/>
                </a:lnTo>
                <a:lnTo>
                  <a:pt x="40030" y="127341"/>
                </a:lnTo>
                <a:lnTo>
                  <a:pt x="38320" y="127341"/>
                </a:lnTo>
                <a:lnTo>
                  <a:pt x="38320" y="112330"/>
                </a:lnTo>
                <a:lnTo>
                  <a:pt x="41106" y="112330"/>
                </a:lnTo>
                <a:lnTo>
                  <a:pt x="41518" y="117428"/>
                </a:lnTo>
                <a:lnTo>
                  <a:pt x="41930" y="112330"/>
                </a:lnTo>
                <a:close/>
                <a:moveTo>
                  <a:pt x="52222" y="112330"/>
                </a:moveTo>
                <a:lnTo>
                  <a:pt x="52222" y="127341"/>
                </a:lnTo>
                <a:lnTo>
                  <a:pt x="50480" y="127341"/>
                </a:lnTo>
                <a:lnTo>
                  <a:pt x="50480" y="120943"/>
                </a:lnTo>
                <a:lnTo>
                  <a:pt x="49942" y="127341"/>
                </a:lnTo>
                <a:lnTo>
                  <a:pt x="48042" y="127341"/>
                </a:lnTo>
                <a:lnTo>
                  <a:pt x="47504" y="120943"/>
                </a:lnTo>
                <a:lnTo>
                  <a:pt x="47504" y="127341"/>
                </a:lnTo>
                <a:lnTo>
                  <a:pt x="45793" y="127341"/>
                </a:lnTo>
                <a:lnTo>
                  <a:pt x="45793" y="112330"/>
                </a:lnTo>
                <a:lnTo>
                  <a:pt x="48580" y="112330"/>
                </a:lnTo>
                <a:lnTo>
                  <a:pt x="48992" y="117428"/>
                </a:lnTo>
                <a:lnTo>
                  <a:pt x="49404" y="112330"/>
                </a:lnTo>
                <a:close/>
                <a:moveTo>
                  <a:pt x="59696" y="112330"/>
                </a:moveTo>
                <a:lnTo>
                  <a:pt x="59696" y="127341"/>
                </a:lnTo>
                <a:lnTo>
                  <a:pt x="57954" y="127341"/>
                </a:lnTo>
                <a:lnTo>
                  <a:pt x="57954" y="120943"/>
                </a:lnTo>
                <a:lnTo>
                  <a:pt x="57448" y="127341"/>
                </a:lnTo>
                <a:lnTo>
                  <a:pt x="55516" y="127341"/>
                </a:lnTo>
                <a:lnTo>
                  <a:pt x="54978" y="120943"/>
                </a:lnTo>
                <a:lnTo>
                  <a:pt x="54978" y="127341"/>
                </a:lnTo>
                <a:lnTo>
                  <a:pt x="53267" y="127341"/>
                </a:lnTo>
                <a:lnTo>
                  <a:pt x="53267" y="112330"/>
                </a:lnTo>
                <a:lnTo>
                  <a:pt x="56054" y="112330"/>
                </a:lnTo>
                <a:lnTo>
                  <a:pt x="56466" y="117428"/>
                </a:lnTo>
                <a:lnTo>
                  <a:pt x="56878" y="112330"/>
                </a:lnTo>
                <a:close/>
                <a:moveTo>
                  <a:pt x="67170" y="112330"/>
                </a:moveTo>
                <a:lnTo>
                  <a:pt x="67170" y="127341"/>
                </a:lnTo>
                <a:lnTo>
                  <a:pt x="65428" y="127341"/>
                </a:lnTo>
                <a:lnTo>
                  <a:pt x="65428" y="120943"/>
                </a:lnTo>
                <a:lnTo>
                  <a:pt x="64922" y="127341"/>
                </a:lnTo>
                <a:lnTo>
                  <a:pt x="62990" y="127341"/>
                </a:lnTo>
                <a:lnTo>
                  <a:pt x="62483" y="120943"/>
                </a:lnTo>
                <a:lnTo>
                  <a:pt x="62483" y="127341"/>
                </a:lnTo>
                <a:lnTo>
                  <a:pt x="60741" y="127341"/>
                </a:lnTo>
                <a:lnTo>
                  <a:pt x="60741" y="112330"/>
                </a:lnTo>
                <a:lnTo>
                  <a:pt x="63528" y="112330"/>
                </a:lnTo>
                <a:lnTo>
                  <a:pt x="63940" y="117428"/>
                </a:lnTo>
                <a:lnTo>
                  <a:pt x="64383" y="112330"/>
                </a:lnTo>
                <a:close/>
                <a:moveTo>
                  <a:pt x="74644" y="112330"/>
                </a:moveTo>
                <a:lnTo>
                  <a:pt x="74644" y="127341"/>
                </a:lnTo>
                <a:lnTo>
                  <a:pt x="72902" y="127341"/>
                </a:lnTo>
                <a:lnTo>
                  <a:pt x="72902" y="120943"/>
                </a:lnTo>
                <a:lnTo>
                  <a:pt x="72395" y="127341"/>
                </a:lnTo>
                <a:lnTo>
                  <a:pt x="70464" y="127341"/>
                </a:lnTo>
                <a:lnTo>
                  <a:pt x="69957" y="120943"/>
                </a:lnTo>
                <a:lnTo>
                  <a:pt x="69957" y="127341"/>
                </a:lnTo>
                <a:lnTo>
                  <a:pt x="68215" y="127341"/>
                </a:lnTo>
                <a:lnTo>
                  <a:pt x="68215" y="112330"/>
                </a:lnTo>
                <a:lnTo>
                  <a:pt x="71002" y="112330"/>
                </a:lnTo>
                <a:lnTo>
                  <a:pt x="71445" y="117428"/>
                </a:lnTo>
                <a:lnTo>
                  <a:pt x="71857" y="112330"/>
                </a:lnTo>
                <a:close/>
                <a:moveTo>
                  <a:pt x="82118" y="112330"/>
                </a:moveTo>
                <a:lnTo>
                  <a:pt x="82118" y="127341"/>
                </a:lnTo>
                <a:lnTo>
                  <a:pt x="80376" y="127341"/>
                </a:lnTo>
                <a:lnTo>
                  <a:pt x="80376" y="120943"/>
                </a:lnTo>
                <a:lnTo>
                  <a:pt x="79869" y="127341"/>
                </a:lnTo>
                <a:lnTo>
                  <a:pt x="77969" y="127341"/>
                </a:lnTo>
                <a:lnTo>
                  <a:pt x="77431" y="120943"/>
                </a:lnTo>
                <a:lnTo>
                  <a:pt x="77431" y="127341"/>
                </a:lnTo>
                <a:lnTo>
                  <a:pt x="75689" y="127341"/>
                </a:lnTo>
                <a:lnTo>
                  <a:pt x="75689" y="112330"/>
                </a:lnTo>
                <a:lnTo>
                  <a:pt x="78508" y="112330"/>
                </a:lnTo>
                <a:lnTo>
                  <a:pt x="78919" y="117428"/>
                </a:lnTo>
                <a:lnTo>
                  <a:pt x="79331" y="112330"/>
                </a:lnTo>
                <a:close/>
                <a:moveTo>
                  <a:pt x="89623" y="112330"/>
                </a:moveTo>
                <a:lnTo>
                  <a:pt x="89623" y="127341"/>
                </a:lnTo>
                <a:lnTo>
                  <a:pt x="87882" y="127341"/>
                </a:lnTo>
                <a:lnTo>
                  <a:pt x="87882" y="120943"/>
                </a:lnTo>
                <a:lnTo>
                  <a:pt x="87343" y="127341"/>
                </a:lnTo>
                <a:lnTo>
                  <a:pt x="85443" y="127341"/>
                </a:lnTo>
                <a:lnTo>
                  <a:pt x="84905" y="120943"/>
                </a:lnTo>
                <a:lnTo>
                  <a:pt x="84905" y="127341"/>
                </a:lnTo>
                <a:lnTo>
                  <a:pt x="83163" y="127341"/>
                </a:lnTo>
                <a:lnTo>
                  <a:pt x="83163" y="112330"/>
                </a:lnTo>
                <a:lnTo>
                  <a:pt x="85982" y="112330"/>
                </a:lnTo>
                <a:lnTo>
                  <a:pt x="86393" y="117428"/>
                </a:lnTo>
                <a:lnTo>
                  <a:pt x="86805" y="112330"/>
                </a:lnTo>
                <a:close/>
                <a:moveTo>
                  <a:pt x="97097" y="112330"/>
                </a:moveTo>
                <a:lnTo>
                  <a:pt x="97097" y="127341"/>
                </a:lnTo>
                <a:lnTo>
                  <a:pt x="95356" y="127341"/>
                </a:lnTo>
                <a:lnTo>
                  <a:pt x="95356" y="120943"/>
                </a:lnTo>
                <a:lnTo>
                  <a:pt x="94817" y="127341"/>
                </a:lnTo>
                <a:lnTo>
                  <a:pt x="92917" y="127341"/>
                </a:lnTo>
                <a:lnTo>
                  <a:pt x="92379" y="120943"/>
                </a:lnTo>
                <a:lnTo>
                  <a:pt x="92379" y="127341"/>
                </a:lnTo>
                <a:lnTo>
                  <a:pt x="90637" y="127341"/>
                </a:lnTo>
                <a:lnTo>
                  <a:pt x="90637" y="112330"/>
                </a:lnTo>
                <a:lnTo>
                  <a:pt x="93455" y="112330"/>
                </a:lnTo>
                <a:lnTo>
                  <a:pt x="93867" y="117428"/>
                </a:lnTo>
                <a:lnTo>
                  <a:pt x="94279" y="112330"/>
                </a:lnTo>
                <a:close/>
                <a:moveTo>
                  <a:pt x="104571" y="112330"/>
                </a:moveTo>
                <a:lnTo>
                  <a:pt x="104571" y="127341"/>
                </a:lnTo>
                <a:lnTo>
                  <a:pt x="102829" y="127341"/>
                </a:lnTo>
                <a:lnTo>
                  <a:pt x="102829" y="120943"/>
                </a:lnTo>
                <a:lnTo>
                  <a:pt x="102323" y="127341"/>
                </a:lnTo>
                <a:lnTo>
                  <a:pt x="100391" y="127341"/>
                </a:lnTo>
                <a:lnTo>
                  <a:pt x="99853" y="120943"/>
                </a:lnTo>
                <a:lnTo>
                  <a:pt x="99853" y="127341"/>
                </a:lnTo>
                <a:lnTo>
                  <a:pt x="98142" y="127341"/>
                </a:lnTo>
                <a:lnTo>
                  <a:pt x="98142" y="112330"/>
                </a:lnTo>
                <a:lnTo>
                  <a:pt x="100929" y="112330"/>
                </a:lnTo>
                <a:lnTo>
                  <a:pt x="101341" y="117428"/>
                </a:lnTo>
                <a:lnTo>
                  <a:pt x="101753" y="112330"/>
                </a:lnTo>
                <a:close/>
                <a:moveTo>
                  <a:pt x="112045" y="112330"/>
                </a:moveTo>
                <a:lnTo>
                  <a:pt x="112045" y="127341"/>
                </a:lnTo>
                <a:lnTo>
                  <a:pt x="110303" y="127341"/>
                </a:lnTo>
                <a:lnTo>
                  <a:pt x="110303" y="120943"/>
                </a:lnTo>
                <a:lnTo>
                  <a:pt x="109797" y="127341"/>
                </a:lnTo>
                <a:lnTo>
                  <a:pt x="107865" y="127341"/>
                </a:lnTo>
                <a:lnTo>
                  <a:pt x="107358" y="120943"/>
                </a:lnTo>
                <a:lnTo>
                  <a:pt x="107358" y="127341"/>
                </a:lnTo>
                <a:lnTo>
                  <a:pt x="105616" y="127341"/>
                </a:lnTo>
                <a:lnTo>
                  <a:pt x="105616" y="112330"/>
                </a:lnTo>
                <a:lnTo>
                  <a:pt x="108403" y="112330"/>
                </a:lnTo>
                <a:lnTo>
                  <a:pt x="108815" y="117428"/>
                </a:lnTo>
                <a:lnTo>
                  <a:pt x="109258" y="112330"/>
                </a:lnTo>
                <a:close/>
                <a:moveTo>
                  <a:pt x="119519" y="112330"/>
                </a:moveTo>
                <a:lnTo>
                  <a:pt x="119519" y="127341"/>
                </a:lnTo>
                <a:lnTo>
                  <a:pt x="117777" y="127341"/>
                </a:lnTo>
                <a:lnTo>
                  <a:pt x="117777" y="120943"/>
                </a:lnTo>
                <a:lnTo>
                  <a:pt x="117271" y="127341"/>
                </a:lnTo>
                <a:lnTo>
                  <a:pt x="115339" y="127341"/>
                </a:lnTo>
                <a:lnTo>
                  <a:pt x="114832" y="120943"/>
                </a:lnTo>
                <a:lnTo>
                  <a:pt x="114832" y="127341"/>
                </a:lnTo>
                <a:lnTo>
                  <a:pt x="113090" y="127341"/>
                </a:lnTo>
                <a:lnTo>
                  <a:pt x="113090" y="112330"/>
                </a:lnTo>
                <a:lnTo>
                  <a:pt x="115877" y="112330"/>
                </a:lnTo>
                <a:lnTo>
                  <a:pt x="116320" y="117428"/>
                </a:lnTo>
                <a:lnTo>
                  <a:pt x="116732" y="112330"/>
                </a:lnTo>
                <a:close/>
                <a:moveTo>
                  <a:pt x="126993" y="112330"/>
                </a:moveTo>
                <a:lnTo>
                  <a:pt x="126993" y="127341"/>
                </a:lnTo>
                <a:lnTo>
                  <a:pt x="125283" y="127341"/>
                </a:lnTo>
                <a:lnTo>
                  <a:pt x="125283" y="120943"/>
                </a:lnTo>
                <a:lnTo>
                  <a:pt x="124744" y="127341"/>
                </a:lnTo>
                <a:lnTo>
                  <a:pt x="122813" y="127341"/>
                </a:lnTo>
                <a:lnTo>
                  <a:pt x="122306" y="120943"/>
                </a:lnTo>
                <a:lnTo>
                  <a:pt x="122306" y="127341"/>
                </a:lnTo>
                <a:lnTo>
                  <a:pt x="120564" y="127341"/>
                </a:lnTo>
                <a:lnTo>
                  <a:pt x="120564" y="112330"/>
                </a:lnTo>
                <a:lnTo>
                  <a:pt x="123351" y="112330"/>
                </a:lnTo>
                <a:lnTo>
                  <a:pt x="123794" y="117428"/>
                </a:lnTo>
                <a:lnTo>
                  <a:pt x="124206" y="112330"/>
                </a:lnTo>
                <a:close/>
                <a:moveTo>
                  <a:pt x="134467" y="112330"/>
                </a:moveTo>
                <a:lnTo>
                  <a:pt x="134467" y="127341"/>
                </a:lnTo>
                <a:lnTo>
                  <a:pt x="132757" y="127341"/>
                </a:lnTo>
                <a:lnTo>
                  <a:pt x="132757" y="120943"/>
                </a:lnTo>
                <a:lnTo>
                  <a:pt x="132218" y="127341"/>
                </a:lnTo>
                <a:lnTo>
                  <a:pt x="130318" y="127341"/>
                </a:lnTo>
                <a:lnTo>
                  <a:pt x="129780" y="120943"/>
                </a:lnTo>
                <a:lnTo>
                  <a:pt x="129780" y="127341"/>
                </a:lnTo>
                <a:lnTo>
                  <a:pt x="128038" y="127341"/>
                </a:lnTo>
                <a:lnTo>
                  <a:pt x="128038" y="112330"/>
                </a:lnTo>
                <a:lnTo>
                  <a:pt x="130857" y="112330"/>
                </a:lnTo>
                <a:lnTo>
                  <a:pt x="131268" y="117428"/>
                </a:lnTo>
                <a:lnTo>
                  <a:pt x="131680" y="112330"/>
                </a:lnTo>
                <a:close/>
                <a:moveTo>
                  <a:pt x="141941" y="112330"/>
                </a:moveTo>
                <a:lnTo>
                  <a:pt x="141941" y="127341"/>
                </a:lnTo>
                <a:lnTo>
                  <a:pt x="140231" y="127341"/>
                </a:lnTo>
                <a:lnTo>
                  <a:pt x="140231" y="120943"/>
                </a:lnTo>
                <a:lnTo>
                  <a:pt x="139692" y="127341"/>
                </a:lnTo>
                <a:lnTo>
                  <a:pt x="137792" y="127341"/>
                </a:lnTo>
                <a:lnTo>
                  <a:pt x="137254" y="120943"/>
                </a:lnTo>
                <a:lnTo>
                  <a:pt x="137254" y="127341"/>
                </a:lnTo>
                <a:lnTo>
                  <a:pt x="135512" y="127341"/>
                </a:lnTo>
                <a:lnTo>
                  <a:pt x="135512" y="112330"/>
                </a:lnTo>
                <a:lnTo>
                  <a:pt x="138330" y="112330"/>
                </a:lnTo>
                <a:lnTo>
                  <a:pt x="138742" y="117428"/>
                </a:lnTo>
                <a:lnTo>
                  <a:pt x="139154" y="112330"/>
                </a:lnTo>
                <a:close/>
                <a:moveTo>
                  <a:pt x="149446" y="112330"/>
                </a:moveTo>
                <a:lnTo>
                  <a:pt x="149446" y="127341"/>
                </a:lnTo>
                <a:lnTo>
                  <a:pt x="147705" y="127341"/>
                </a:lnTo>
                <a:lnTo>
                  <a:pt x="147705" y="120943"/>
                </a:lnTo>
                <a:lnTo>
                  <a:pt x="147166" y="127341"/>
                </a:lnTo>
                <a:lnTo>
                  <a:pt x="145266" y="127341"/>
                </a:lnTo>
                <a:lnTo>
                  <a:pt x="144728" y="120943"/>
                </a:lnTo>
                <a:lnTo>
                  <a:pt x="144728" y="127341"/>
                </a:lnTo>
                <a:lnTo>
                  <a:pt x="142986" y="127341"/>
                </a:lnTo>
                <a:lnTo>
                  <a:pt x="142986" y="112330"/>
                </a:lnTo>
                <a:lnTo>
                  <a:pt x="145804" y="112330"/>
                </a:lnTo>
                <a:lnTo>
                  <a:pt x="146216" y="117428"/>
                </a:lnTo>
                <a:lnTo>
                  <a:pt x="146628" y="112330"/>
                </a:lnTo>
                <a:close/>
                <a:moveTo>
                  <a:pt x="156920" y="112330"/>
                </a:moveTo>
                <a:lnTo>
                  <a:pt x="156920" y="127341"/>
                </a:lnTo>
                <a:lnTo>
                  <a:pt x="155178" y="127341"/>
                </a:lnTo>
                <a:lnTo>
                  <a:pt x="155178" y="120943"/>
                </a:lnTo>
                <a:lnTo>
                  <a:pt x="154640" y="127341"/>
                </a:lnTo>
                <a:lnTo>
                  <a:pt x="152740" y="127341"/>
                </a:lnTo>
                <a:lnTo>
                  <a:pt x="152233" y="120943"/>
                </a:lnTo>
                <a:lnTo>
                  <a:pt x="152233" y="127341"/>
                </a:lnTo>
                <a:lnTo>
                  <a:pt x="150491" y="127341"/>
                </a:lnTo>
                <a:lnTo>
                  <a:pt x="150491" y="112330"/>
                </a:lnTo>
                <a:lnTo>
                  <a:pt x="153278" y="112330"/>
                </a:lnTo>
                <a:lnTo>
                  <a:pt x="153690" y="117428"/>
                </a:lnTo>
                <a:lnTo>
                  <a:pt x="154133" y="112330"/>
                </a:lnTo>
                <a:close/>
                <a:moveTo>
                  <a:pt x="164394" y="112330"/>
                </a:moveTo>
                <a:lnTo>
                  <a:pt x="164394" y="127341"/>
                </a:lnTo>
                <a:lnTo>
                  <a:pt x="162652" y="127341"/>
                </a:lnTo>
                <a:lnTo>
                  <a:pt x="162652" y="120943"/>
                </a:lnTo>
                <a:lnTo>
                  <a:pt x="162146" y="127341"/>
                </a:lnTo>
                <a:lnTo>
                  <a:pt x="160214" y="127341"/>
                </a:lnTo>
                <a:lnTo>
                  <a:pt x="159707" y="120943"/>
                </a:lnTo>
                <a:lnTo>
                  <a:pt x="159707" y="127341"/>
                </a:lnTo>
                <a:lnTo>
                  <a:pt x="157965" y="127341"/>
                </a:lnTo>
                <a:lnTo>
                  <a:pt x="157965" y="112330"/>
                </a:lnTo>
                <a:lnTo>
                  <a:pt x="160752" y="112330"/>
                </a:lnTo>
                <a:lnTo>
                  <a:pt x="161164" y="117428"/>
                </a:lnTo>
                <a:lnTo>
                  <a:pt x="161607" y="112330"/>
                </a:lnTo>
                <a:close/>
                <a:moveTo>
                  <a:pt x="171868" y="112330"/>
                </a:moveTo>
                <a:lnTo>
                  <a:pt x="171868" y="127341"/>
                </a:lnTo>
                <a:lnTo>
                  <a:pt x="170126" y="127341"/>
                </a:lnTo>
                <a:lnTo>
                  <a:pt x="170126" y="120943"/>
                </a:lnTo>
                <a:lnTo>
                  <a:pt x="169620" y="127341"/>
                </a:lnTo>
                <a:lnTo>
                  <a:pt x="167688" y="127341"/>
                </a:lnTo>
                <a:lnTo>
                  <a:pt x="167181" y="120943"/>
                </a:lnTo>
                <a:lnTo>
                  <a:pt x="167181" y="127341"/>
                </a:lnTo>
                <a:lnTo>
                  <a:pt x="165439" y="127341"/>
                </a:lnTo>
                <a:lnTo>
                  <a:pt x="165439" y="112330"/>
                </a:lnTo>
                <a:lnTo>
                  <a:pt x="168226" y="112330"/>
                </a:lnTo>
                <a:lnTo>
                  <a:pt x="168638" y="117428"/>
                </a:lnTo>
                <a:lnTo>
                  <a:pt x="169081" y="112330"/>
                </a:lnTo>
                <a:close/>
                <a:moveTo>
                  <a:pt x="179342" y="112330"/>
                </a:moveTo>
                <a:lnTo>
                  <a:pt x="179342" y="127341"/>
                </a:lnTo>
                <a:lnTo>
                  <a:pt x="177600" y="127341"/>
                </a:lnTo>
                <a:lnTo>
                  <a:pt x="177600" y="120943"/>
                </a:lnTo>
                <a:lnTo>
                  <a:pt x="177093" y="127341"/>
                </a:lnTo>
                <a:lnTo>
                  <a:pt x="175193" y="127341"/>
                </a:lnTo>
                <a:lnTo>
                  <a:pt x="174655" y="120943"/>
                </a:lnTo>
                <a:lnTo>
                  <a:pt x="174655" y="127341"/>
                </a:lnTo>
                <a:lnTo>
                  <a:pt x="172913" y="127341"/>
                </a:lnTo>
                <a:lnTo>
                  <a:pt x="172913" y="112330"/>
                </a:lnTo>
                <a:lnTo>
                  <a:pt x="175732" y="112330"/>
                </a:lnTo>
                <a:lnTo>
                  <a:pt x="176143" y="117428"/>
                </a:lnTo>
                <a:lnTo>
                  <a:pt x="176555" y="112330"/>
                </a:lnTo>
                <a:close/>
                <a:moveTo>
                  <a:pt x="186816" y="112330"/>
                </a:moveTo>
                <a:lnTo>
                  <a:pt x="186816" y="127341"/>
                </a:lnTo>
                <a:lnTo>
                  <a:pt x="185106" y="127341"/>
                </a:lnTo>
                <a:lnTo>
                  <a:pt x="185106" y="120943"/>
                </a:lnTo>
                <a:lnTo>
                  <a:pt x="184567" y="127341"/>
                </a:lnTo>
                <a:lnTo>
                  <a:pt x="182667" y="127341"/>
                </a:lnTo>
                <a:lnTo>
                  <a:pt x="182129" y="120943"/>
                </a:lnTo>
                <a:lnTo>
                  <a:pt x="182129" y="127341"/>
                </a:lnTo>
                <a:lnTo>
                  <a:pt x="180387" y="127341"/>
                </a:lnTo>
                <a:lnTo>
                  <a:pt x="180387" y="112330"/>
                </a:lnTo>
                <a:lnTo>
                  <a:pt x="183206" y="112330"/>
                </a:lnTo>
                <a:lnTo>
                  <a:pt x="183617" y="117428"/>
                </a:lnTo>
                <a:lnTo>
                  <a:pt x="184029" y="112330"/>
                </a:lnTo>
                <a:close/>
                <a:moveTo>
                  <a:pt x="194321" y="112330"/>
                </a:moveTo>
                <a:lnTo>
                  <a:pt x="194321" y="127341"/>
                </a:lnTo>
                <a:lnTo>
                  <a:pt x="192580" y="127341"/>
                </a:lnTo>
                <a:lnTo>
                  <a:pt x="192580" y="120943"/>
                </a:lnTo>
                <a:lnTo>
                  <a:pt x="192041" y="127341"/>
                </a:lnTo>
                <a:lnTo>
                  <a:pt x="190141" y="127341"/>
                </a:lnTo>
                <a:lnTo>
                  <a:pt x="189603" y="120943"/>
                </a:lnTo>
                <a:lnTo>
                  <a:pt x="189603" y="127341"/>
                </a:lnTo>
                <a:lnTo>
                  <a:pt x="187861" y="127341"/>
                </a:lnTo>
                <a:lnTo>
                  <a:pt x="187861" y="112330"/>
                </a:lnTo>
                <a:lnTo>
                  <a:pt x="190679" y="112330"/>
                </a:lnTo>
                <a:lnTo>
                  <a:pt x="191091" y="117428"/>
                </a:lnTo>
                <a:lnTo>
                  <a:pt x="191503" y="112330"/>
                </a:lnTo>
                <a:close/>
                <a:moveTo>
                  <a:pt x="201795" y="112330"/>
                </a:moveTo>
                <a:lnTo>
                  <a:pt x="201795" y="127341"/>
                </a:lnTo>
                <a:lnTo>
                  <a:pt x="200054" y="127341"/>
                </a:lnTo>
                <a:lnTo>
                  <a:pt x="200054" y="120943"/>
                </a:lnTo>
                <a:lnTo>
                  <a:pt x="199515" y="127341"/>
                </a:lnTo>
                <a:lnTo>
                  <a:pt x="197615" y="127341"/>
                </a:lnTo>
                <a:lnTo>
                  <a:pt x="197077" y="120943"/>
                </a:lnTo>
                <a:lnTo>
                  <a:pt x="197077" y="127341"/>
                </a:lnTo>
                <a:lnTo>
                  <a:pt x="195366" y="127341"/>
                </a:lnTo>
                <a:lnTo>
                  <a:pt x="195366" y="112330"/>
                </a:lnTo>
                <a:lnTo>
                  <a:pt x="198153" y="112330"/>
                </a:lnTo>
                <a:lnTo>
                  <a:pt x="198565" y="117428"/>
                </a:lnTo>
                <a:lnTo>
                  <a:pt x="198977" y="112330"/>
                </a:lnTo>
                <a:close/>
                <a:moveTo>
                  <a:pt x="209269" y="112330"/>
                </a:moveTo>
                <a:lnTo>
                  <a:pt x="209269" y="127341"/>
                </a:lnTo>
                <a:lnTo>
                  <a:pt x="207527" y="127341"/>
                </a:lnTo>
                <a:lnTo>
                  <a:pt x="207527" y="120943"/>
                </a:lnTo>
                <a:lnTo>
                  <a:pt x="207021" y="127341"/>
                </a:lnTo>
                <a:lnTo>
                  <a:pt x="205089" y="127341"/>
                </a:lnTo>
                <a:lnTo>
                  <a:pt x="204582" y="120943"/>
                </a:lnTo>
                <a:lnTo>
                  <a:pt x="204582" y="127341"/>
                </a:lnTo>
                <a:lnTo>
                  <a:pt x="202840" y="127341"/>
                </a:lnTo>
                <a:lnTo>
                  <a:pt x="202840" y="112330"/>
                </a:lnTo>
                <a:lnTo>
                  <a:pt x="205627" y="112330"/>
                </a:lnTo>
                <a:lnTo>
                  <a:pt x="206039" y="117428"/>
                </a:lnTo>
                <a:lnTo>
                  <a:pt x="206451" y="112330"/>
                </a:lnTo>
                <a:close/>
                <a:moveTo>
                  <a:pt x="216743" y="112330"/>
                </a:moveTo>
                <a:lnTo>
                  <a:pt x="216743" y="127341"/>
                </a:lnTo>
                <a:lnTo>
                  <a:pt x="215001" y="127341"/>
                </a:lnTo>
                <a:lnTo>
                  <a:pt x="215001" y="120943"/>
                </a:lnTo>
                <a:lnTo>
                  <a:pt x="214495" y="127341"/>
                </a:lnTo>
                <a:lnTo>
                  <a:pt x="212563" y="127341"/>
                </a:lnTo>
                <a:lnTo>
                  <a:pt x="212056" y="120943"/>
                </a:lnTo>
                <a:lnTo>
                  <a:pt x="212056" y="127341"/>
                </a:lnTo>
                <a:lnTo>
                  <a:pt x="210314" y="127341"/>
                </a:lnTo>
                <a:lnTo>
                  <a:pt x="210314" y="112330"/>
                </a:lnTo>
                <a:lnTo>
                  <a:pt x="213101" y="112330"/>
                </a:lnTo>
                <a:lnTo>
                  <a:pt x="213513" y="117428"/>
                </a:lnTo>
                <a:lnTo>
                  <a:pt x="213956" y="112330"/>
                </a:lnTo>
                <a:close/>
                <a:moveTo>
                  <a:pt x="224217" y="112330"/>
                </a:moveTo>
                <a:lnTo>
                  <a:pt x="224217" y="127341"/>
                </a:lnTo>
                <a:lnTo>
                  <a:pt x="222475" y="127341"/>
                </a:lnTo>
                <a:lnTo>
                  <a:pt x="222475" y="120943"/>
                </a:lnTo>
                <a:lnTo>
                  <a:pt x="221969" y="127341"/>
                </a:lnTo>
                <a:lnTo>
                  <a:pt x="220037" y="127341"/>
                </a:lnTo>
                <a:lnTo>
                  <a:pt x="219530" y="120943"/>
                </a:lnTo>
                <a:lnTo>
                  <a:pt x="219530" y="127341"/>
                </a:lnTo>
                <a:lnTo>
                  <a:pt x="217788" y="127341"/>
                </a:lnTo>
                <a:lnTo>
                  <a:pt x="217788" y="112330"/>
                </a:lnTo>
                <a:lnTo>
                  <a:pt x="220575" y="112330"/>
                </a:lnTo>
                <a:lnTo>
                  <a:pt x="221018" y="117428"/>
                </a:lnTo>
                <a:lnTo>
                  <a:pt x="221430" y="112330"/>
                </a:lnTo>
                <a:close/>
                <a:moveTo>
                  <a:pt x="231691" y="112330"/>
                </a:moveTo>
                <a:lnTo>
                  <a:pt x="231691" y="127341"/>
                </a:lnTo>
                <a:lnTo>
                  <a:pt x="229981" y="127341"/>
                </a:lnTo>
                <a:lnTo>
                  <a:pt x="229981" y="120943"/>
                </a:lnTo>
                <a:lnTo>
                  <a:pt x="229442" y="127341"/>
                </a:lnTo>
                <a:lnTo>
                  <a:pt x="227542" y="127341"/>
                </a:lnTo>
                <a:lnTo>
                  <a:pt x="227004" y="120943"/>
                </a:lnTo>
                <a:lnTo>
                  <a:pt x="227004" y="127341"/>
                </a:lnTo>
                <a:lnTo>
                  <a:pt x="225262" y="127341"/>
                </a:lnTo>
                <a:lnTo>
                  <a:pt x="225262" y="112330"/>
                </a:lnTo>
                <a:lnTo>
                  <a:pt x="228049" y="112330"/>
                </a:lnTo>
                <a:lnTo>
                  <a:pt x="228492" y="117428"/>
                </a:lnTo>
                <a:lnTo>
                  <a:pt x="228904" y="112330"/>
                </a:lnTo>
                <a:close/>
                <a:moveTo>
                  <a:pt x="239165" y="112330"/>
                </a:moveTo>
                <a:lnTo>
                  <a:pt x="239165" y="127341"/>
                </a:lnTo>
                <a:lnTo>
                  <a:pt x="237455" y="127341"/>
                </a:lnTo>
                <a:lnTo>
                  <a:pt x="237455" y="120943"/>
                </a:lnTo>
                <a:lnTo>
                  <a:pt x="236916" y="127341"/>
                </a:lnTo>
                <a:lnTo>
                  <a:pt x="235016" y="127341"/>
                </a:lnTo>
                <a:lnTo>
                  <a:pt x="234478" y="120943"/>
                </a:lnTo>
                <a:lnTo>
                  <a:pt x="234478" y="127341"/>
                </a:lnTo>
                <a:lnTo>
                  <a:pt x="232736" y="127341"/>
                </a:lnTo>
                <a:lnTo>
                  <a:pt x="232736" y="112330"/>
                </a:lnTo>
                <a:lnTo>
                  <a:pt x="235555" y="112330"/>
                </a:lnTo>
                <a:lnTo>
                  <a:pt x="235966" y="117428"/>
                </a:lnTo>
                <a:lnTo>
                  <a:pt x="236378" y="112330"/>
                </a:lnTo>
                <a:close/>
                <a:moveTo>
                  <a:pt x="246670" y="112330"/>
                </a:moveTo>
                <a:lnTo>
                  <a:pt x="246670" y="127341"/>
                </a:lnTo>
                <a:lnTo>
                  <a:pt x="244929" y="127341"/>
                </a:lnTo>
                <a:lnTo>
                  <a:pt x="244929" y="120943"/>
                </a:lnTo>
                <a:lnTo>
                  <a:pt x="244390" y="127341"/>
                </a:lnTo>
                <a:lnTo>
                  <a:pt x="242490" y="127341"/>
                </a:lnTo>
                <a:lnTo>
                  <a:pt x="241952" y="120943"/>
                </a:lnTo>
                <a:lnTo>
                  <a:pt x="241952" y="127341"/>
                </a:lnTo>
                <a:lnTo>
                  <a:pt x="240242" y="127341"/>
                </a:lnTo>
                <a:lnTo>
                  <a:pt x="240242" y="112330"/>
                </a:lnTo>
                <a:lnTo>
                  <a:pt x="243028" y="112330"/>
                </a:lnTo>
                <a:lnTo>
                  <a:pt x="243440" y="117428"/>
                </a:lnTo>
                <a:lnTo>
                  <a:pt x="243852" y="112330"/>
                </a:lnTo>
                <a:close/>
                <a:moveTo>
                  <a:pt x="254144" y="112330"/>
                </a:moveTo>
                <a:lnTo>
                  <a:pt x="254144" y="127341"/>
                </a:lnTo>
                <a:lnTo>
                  <a:pt x="252402" y="127341"/>
                </a:lnTo>
                <a:lnTo>
                  <a:pt x="252402" y="120943"/>
                </a:lnTo>
                <a:lnTo>
                  <a:pt x="251864" y="127341"/>
                </a:lnTo>
                <a:lnTo>
                  <a:pt x="249964" y="127341"/>
                </a:lnTo>
                <a:lnTo>
                  <a:pt x="249426" y="120943"/>
                </a:lnTo>
                <a:lnTo>
                  <a:pt x="249426" y="127341"/>
                </a:lnTo>
                <a:lnTo>
                  <a:pt x="247715" y="127341"/>
                </a:lnTo>
                <a:lnTo>
                  <a:pt x="247715" y="112330"/>
                </a:lnTo>
                <a:lnTo>
                  <a:pt x="250502" y="112330"/>
                </a:lnTo>
                <a:lnTo>
                  <a:pt x="250914" y="117428"/>
                </a:lnTo>
                <a:lnTo>
                  <a:pt x="251326" y="112330"/>
                </a:lnTo>
                <a:close/>
                <a:moveTo>
                  <a:pt x="261618" y="112330"/>
                </a:moveTo>
                <a:lnTo>
                  <a:pt x="261618" y="127341"/>
                </a:lnTo>
                <a:lnTo>
                  <a:pt x="259876" y="127341"/>
                </a:lnTo>
                <a:lnTo>
                  <a:pt x="259876" y="120943"/>
                </a:lnTo>
                <a:lnTo>
                  <a:pt x="259338" y="127341"/>
                </a:lnTo>
                <a:lnTo>
                  <a:pt x="257438" y="127341"/>
                </a:lnTo>
                <a:lnTo>
                  <a:pt x="256899" y="120943"/>
                </a:lnTo>
                <a:lnTo>
                  <a:pt x="256899" y="127341"/>
                </a:lnTo>
                <a:lnTo>
                  <a:pt x="255189" y="127341"/>
                </a:lnTo>
                <a:lnTo>
                  <a:pt x="255189" y="112330"/>
                </a:lnTo>
                <a:lnTo>
                  <a:pt x="257976" y="112330"/>
                </a:lnTo>
                <a:lnTo>
                  <a:pt x="258388" y="117428"/>
                </a:lnTo>
                <a:lnTo>
                  <a:pt x="258831" y="112330"/>
                </a:lnTo>
                <a:close/>
                <a:moveTo>
                  <a:pt x="269092" y="112330"/>
                </a:moveTo>
                <a:lnTo>
                  <a:pt x="269092" y="127341"/>
                </a:lnTo>
                <a:lnTo>
                  <a:pt x="267350" y="127341"/>
                </a:lnTo>
                <a:lnTo>
                  <a:pt x="267350" y="120943"/>
                </a:lnTo>
                <a:lnTo>
                  <a:pt x="266844" y="127341"/>
                </a:lnTo>
                <a:lnTo>
                  <a:pt x="264912" y="127341"/>
                </a:lnTo>
                <a:lnTo>
                  <a:pt x="264405" y="120943"/>
                </a:lnTo>
                <a:lnTo>
                  <a:pt x="264405" y="127341"/>
                </a:lnTo>
                <a:lnTo>
                  <a:pt x="262663" y="127341"/>
                </a:lnTo>
                <a:lnTo>
                  <a:pt x="262663" y="112330"/>
                </a:lnTo>
                <a:lnTo>
                  <a:pt x="265450" y="112330"/>
                </a:lnTo>
                <a:lnTo>
                  <a:pt x="265862" y="117428"/>
                </a:lnTo>
                <a:lnTo>
                  <a:pt x="266305" y="112330"/>
                </a:lnTo>
                <a:close/>
                <a:moveTo>
                  <a:pt x="276566" y="112330"/>
                </a:moveTo>
                <a:lnTo>
                  <a:pt x="276566" y="127341"/>
                </a:lnTo>
                <a:lnTo>
                  <a:pt x="274824" y="127341"/>
                </a:lnTo>
                <a:lnTo>
                  <a:pt x="274824" y="120943"/>
                </a:lnTo>
                <a:lnTo>
                  <a:pt x="274317" y="127341"/>
                </a:lnTo>
                <a:lnTo>
                  <a:pt x="272386" y="127341"/>
                </a:lnTo>
                <a:lnTo>
                  <a:pt x="271879" y="120943"/>
                </a:lnTo>
                <a:lnTo>
                  <a:pt x="271879" y="127341"/>
                </a:lnTo>
                <a:lnTo>
                  <a:pt x="270137" y="127341"/>
                </a:lnTo>
                <a:lnTo>
                  <a:pt x="270137" y="112330"/>
                </a:lnTo>
                <a:lnTo>
                  <a:pt x="272924" y="112330"/>
                </a:lnTo>
                <a:lnTo>
                  <a:pt x="273367" y="117428"/>
                </a:lnTo>
                <a:lnTo>
                  <a:pt x="273779" y="112330"/>
                </a:lnTo>
                <a:close/>
                <a:moveTo>
                  <a:pt x="284040" y="112330"/>
                </a:moveTo>
                <a:lnTo>
                  <a:pt x="284040" y="127341"/>
                </a:lnTo>
                <a:lnTo>
                  <a:pt x="282298" y="127341"/>
                </a:lnTo>
                <a:lnTo>
                  <a:pt x="282298" y="120943"/>
                </a:lnTo>
                <a:lnTo>
                  <a:pt x="281791" y="127341"/>
                </a:lnTo>
                <a:lnTo>
                  <a:pt x="279860" y="127341"/>
                </a:lnTo>
                <a:lnTo>
                  <a:pt x="279353" y="120943"/>
                </a:lnTo>
                <a:lnTo>
                  <a:pt x="279353" y="127341"/>
                </a:lnTo>
                <a:lnTo>
                  <a:pt x="277611" y="127341"/>
                </a:lnTo>
                <a:lnTo>
                  <a:pt x="277611" y="112330"/>
                </a:lnTo>
                <a:lnTo>
                  <a:pt x="280430" y="112330"/>
                </a:lnTo>
                <a:lnTo>
                  <a:pt x="280841" y="117428"/>
                </a:lnTo>
                <a:lnTo>
                  <a:pt x="281253" y="112330"/>
                </a:lnTo>
                <a:close/>
                <a:moveTo>
                  <a:pt x="7347" y="128196"/>
                </a:moveTo>
                <a:lnTo>
                  <a:pt x="7347" y="143238"/>
                </a:lnTo>
                <a:lnTo>
                  <a:pt x="5605" y="143238"/>
                </a:lnTo>
                <a:lnTo>
                  <a:pt x="5605" y="136810"/>
                </a:lnTo>
                <a:lnTo>
                  <a:pt x="5099" y="143238"/>
                </a:lnTo>
                <a:lnTo>
                  <a:pt x="3167" y="143238"/>
                </a:lnTo>
                <a:lnTo>
                  <a:pt x="2629" y="136810"/>
                </a:lnTo>
                <a:lnTo>
                  <a:pt x="2629" y="143238"/>
                </a:lnTo>
                <a:lnTo>
                  <a:pt x="918" y="143238"/>
                </a:lnTo>
                <a:lnTo>
                  <a:pt x="918" y="128196"/>
                </a:lnTo>
                <a:lnTo>
                  <a:pt x="3705" y="128196"/>
                </a:lnTo>
                <a:lnTo>
                  <a:pt x="4117" y="133294"/>
                </a:lnTo>
                <a:lnTo>
                  <a:pt x="4529" y="128196"/>
                </a:lnTo>
                <a:close/>
                <a:moveTo>
                  <a:pt x="14821" y="128196"/>
                </a:moveTo>
                <a:lnTo>
                  <a:pt x="14821" y="143238"/>
                </a:lnTo>
                <a:lnTo>
                  <a:pt x="13079" y="143238"/>
                </a:lnTo>
                <a:lnTo>
                  <a:pt x="13079" y="136810"/>
                </a:lnTo>
                <a:lnTo>
                  <a:pt x="12573" y="143238"/>
                </a:lnTo>
                <a:lnTo>
                  <a:pt x="10641" y="143238"/>
                </a:lnTo>
                <a:lnTo>
                  <a:pt x="10134" y="136810"/>
                </a:lnTo>
                <a:lnTo>
                  <a:pt x="10134" y="143238"/>
                </a:lnTo>
                <a:lnTo>
                  <a:pt x="8392" y="143238"/>
                </a:lnTo>
                <a:lnTo>
                  <a:pt x="8392" y="128196"/>
                </a:lnTo>
                <a:lnTo>
                  <a:pt x="11179" y="128196"/>
                </a:lnTo>
                <a:lnTo>
                  <a:pt x="11591" y="133294"/>
                </a:lnTo>
                <a:lnTo>
                  <a:pt x="12034" y="128196"/>
                </a:lnTo>
                <a:close/>
                <a:moveTo>
                  <a:pt x="22295" y="128196"/>
                </a:moveTo>
                <a:lnTo>
                  <a:pt x="22295" y="143238"/>
                </a:lnTo>
                <a:lnTo>
                  <a:pt x="20553" y="143238"/>
                </a:lnTo>
                <a:lnTo>
                  <a:pt x="20553" y="136810"/>
                </a:lnTo>
                <a:lnTo>
                  <a:pt x="20047" y="143238"/>
                </a:lnTo>
                <a:lnTo>
                  <a:pt x="18115" y="143238"/>
                </a:lnTo>
                <a:lnTo>
                  <a:pt x="17608" y="136810"/>
                </a:lnTo>
                <a:lnTo>
                  <a:pt x="17608" y="143238"/>
                </a:lnTo>
                <a:lnTo>
                  <a:pt x="15866" y="143238"/>
                </a:lnTo>
                <a:lnTo>
                  <a:pt x="15866" y="128196"/>
                </a:lnTo>
                <a:lnTo>
                  <a:pt x="18653" y="128196"/>
                </a:lnTo>
                <a:lnTo>
                  <a:pt x="19096" y="133294"/>
                </a:lnTo>
                <a:lnTo>
                  <a:pt x="19508" y="128196"/>
                </a:lnTo>
                <a:close/>
                <a:moveTo>
                  <a:pt x="29769" y="128196"/>
                </a:moveTo>
                <a:lnTo>
                  <a:pt x="29769" y="143238"/>
                </a:lnTo>
                <a:lnTo>
                  <a:pt x="28059" y="143238"/>
                </a:lnTo>
                <a:lnTo>
                  <a:pt x="28059" y="136810"/>
                </a:lnTo>
                <a:lnTo>
                  <a:pt x="27520" y="143238"/>
                </a:lnTo>
                <a:lnTo>
                  <a:pt x="25589" y="143238"/>
                </a:lnTo>
                <a:lnTo>
                  <a:pt x="25082" y="136810"/>
                </a:lnTo>
                <a:lnTo>
                  <a:pt x="25082" y="143238"/>
                </a:lnTo>
                <a:lnTo>
                  <a:pt x="23340" y="143238"/>
                </a:lnTo>
                <a:lnTo>
                  <a:pt x="23340" y="128196"/>
                </a:lnTo>
                <a:lnTo>
                  <a:pt x="26159" y="128196"/>
                </a:lnTo>
                <a:lnTo>
                  <a:pt x="26570" y="133294"/>
                </a:lnTo>
                <a:lnTo>
                  <a:pt x="26982" y="128196"/>
                </a:lnTo>
                <a:close/>
                <a:moveTo>
                  <a:pt x="37243" y="128196"/>
                </a:moveTo>
                <a:lnTo>
                  <a:pt x="37243" y="143238"/>
                </a:lnTo>
                <a:lnTo>
                  <a:pt x="35533" y="143238"/>
                </a:lnTo>
                <a:lnTo>
                  <a:pt x="35533" y="136810"/>
                </a:lnTo>
                <a:lnTo>
                  <a:pt x="34994" y="143238"/>
                </a:lnTo>
                <a:lnTo>
                  <a:pt x="33094" y="143238"/>
                </a:lnTo>
                <a:lnTo>
                  <a:pt x="32556" y="136810"/>
                </a:lnTo>
                <a:lnTo>
                  <a:pt x="32556" y="143238"/>
                </a:lnTo>
                <a:lnTo>
                  <a:pt x="30814" y="143238"/>
                </a:lnTo>
                <a:lnTo>
                  <a:pt x="30814" y="128196"/>
                </a:lnTo>
                <a:lnTo>
                  <a:pt x="33633" y="128196"/>
                </a:lnTo>
                <a:lnTo>
                  <a:pt x="34044" y="133294"/>
                </a:lnTo>
                <a:lnTo>
                  <a:pt x="34456" y="128196"/>
                </a:lnTo>
                <a:close/>
                <a:moveTo>
                  <a:pt x="44748" y="128196"/>
                </a:moveTo>
                <a:lnTo>
                  <a:pt x="44748" y="143238"/>
                </a:lnTo>
                <a:lnTo>
                  <a:pt x="43007" y="143238"/>
                </a:lnTo>
                <a:lnTo>
                  <a:pt x="43007" y="136810"/>
                </a:lnTo>
                <a:lnTo>
                  <a:pt x="42468" y="143238"/>
                </a:lnTo>
                <a:lnTo>
                  <a:pt x="40568" y="143238"/>
                </a:lnTo>
                <a:lnTo>
                  <a:pt x="40030" y="136810"/>
                </a:lnTo>
                <a:lnTo>
                  <a:pt x="40030" y="143238"/>
                </a:lnTo>
                <a:lnTo>
                  <a:pt x="38320" y="143238"/>
                </a:lnTo>
                <a:lnTo>
                  <a:pt x="38320" y="128196"/>
                </a:lnTo>
                <a:lnTo>
                  <a:pt x="41106" y="128196"/>
                </a:lnTo>
                <a:lnTo>
                  <a:pt x="41518" y="133294"/>
                </a:lnTo>
                <a:lnTo>
                  <a:pt x="41930" y="128196"/>
                </a:lnTo>
                <a:close/>
                <a:moveTo>
                  <a:pt x="52222" y="128196"/>
                </a:moveTo>
                <a:lnTo>
                  <a:pt x="52222" y="143238"/>
                </a:lnTo>
                <a:lnTo>
                  <a:pt x="50480" y="143238"/>
                </a:lnTo>
                <a:lnTo>
                  <a:pt x="50480" y="136810"/>
                </a:lnTo>
                <a:lnTo>
                  <a:pt x="49942" y="143238"/>
                </a:lnTo>
                <a:lnTo>
                  <a:pt x="48042" y="143238"/>
                </a:lnTo>
                <a:lnTo>
                  <a:pt x="47504" y="136810"/>
                </a:lnTo>
                <a:lnTo>
                  <a:pt x="47504" y="143238"/>
                </a:lnTo>
                <a:lnTo>
                  <a:pt x="45793" y="143238"/>
                </a:lnTo>
                <a:lnTo>
                  <a:pt x="45793" y="128196"/>
                </a:lnTo>
                <a:lnTo>
                  <a:pt x="48580" y="128196"/>
                </a:lnTo>
                <a:lnTo>
                  <a:pt x="48992" y="133294"/>
                </a:lnTo>
                <a:lnTo>
                  <a:pt x="49404" y="128196"/>
                </a:lnTo>
                <a:close/>
                <a:moveTo>
                  <a:pt x="59696" y="128196"/>
                </a:moveTo>
                <a:lnTo>
                  <a:pt x="59696" y="143238"/>
                </a:lnTo>
                <a:lnTo>
                  <a:pt x="57954" y="143238"/>
                </a:lnTo>
                <a:lnTo>
                  <a:pt x="57954" y="136810"/>
                </a:lnTo>
                <a:lnTo>
                  <a:pt x="57448" y="143238"/>
                </a:lnTo>
                <a:lnTo>
                  <a:pt x="55516" y="143238"/>
                </a:lnTo>
                <a:lnTo>
                  <a:pt x="54978" y="136810"/>
                </a:lnTo>
                <a:lnTo>
                  <a:pt x="54978" y="143238"/>
                </a:lnTo>
                <a:lnTo>
                  <a:pt x="53267" y="143238"/>
                </a:lnTo>
                <a:lnTo>
                  <a:pt x="53267" y="128196"/>
                </a:lnTo>
                <a:lnTo>
                  <a:pt x="56054" y="128196"/>
                </a:lnTo>
                <a:lnTo>
                  <a:pt x="56466" y="133294"/>
                </a:lnTo>
                <a:lnTo>
                  <a:pt x="56878" y="128196"/>
                </a:lnTo>
                <a:close/>
                <a:moveTo>
                  <a:pt x="67170" y="128196"/>
                </a:moveTo>
                <a:lnTo>
                  <a:pt x="67170" y="143238"/>
                </a:lnTo>
                <a:lnTo>
                  <a:pt x="65428" y="143238"/>
                </a:lnTo>
                <a:lnTo>
                  <a:pt x="65428" y="136810"/>
                </a:lnTo>
                <a:lnTo>
                  <a:pt x="64922" y="143238"/>
                </a:lnTo>
                <a:lnTo>
                  <a:pt x="62990" y="143238"/>
                </a:lnTo>
                <a:lnTo>
                  <a:pt x="62483" y="136810"/>
                </a:lnTo>
                <a:lnTo>
                  <a:pt x="62483" y="143238"/>
                </a:lnTo>
                <a:lnTo>
                  <a:pt x="60741" y="143238"/>
                </a:lnTo>
                <a:lnTo>
                  <a:pt x="60741" y="128196"/>
                </a:lnTo>
                <a:lnTo>
                  <a:pt x="63528" y="128196"/>
                </a:lnTo>
                <a:lnTo>
                  <a:pt x="63940" y="133294"/>
                </a:lnTo>
                <a:lnTo>
                  <a:pt x="64383" y="128196"/>
                </a:lnTo>
                <a:close/>
                <a:moveTo>
                  <a:pt x="74644" y="128196"/>
                </a:moveTo>
                <a:lnTo>
                  <a:pt x="74644" y="143238"/>
                </a:lnTo>
                <a:lnTo>
                  <a:pt x="72902" y="143238"/>
                </a:lnTo>
                <a:lnTo>
                  <a:pt x="72902" y="136810"/>
                </a:lnTo>
                <a:lnTo>
                  <a:pt x="72395" y="143238"/>
                </a:lnTo>
                <a:lnTo>
                  <a:pt x="70464" y="143238"/>
                </a:lnTo>
                <a:lnTo>
                  <a:pt x="69957" y="136810"/>
                </a:lnTo>
                <a:lnTo>
                  <a:pt x="69957" y="143238"/>
                </a:lnTo>
                <a:lnTo>
                  <a:pt x="68215" y="143238"/>
                </a:lnTo>
                <a:lnTo>
                  <a:pt x="68215" y="128196"/>
                </a:lnTo>
                <a:lnTo>
                  <a:pt x="71002" y="128196"/>
                </a:lnTo>
                <a:lnTo>
                  <a:pt x="71445" y="133294"/>
                </a:lnTo>
                <a:lnTo>
                  <a:pt x="71857" y="128196"/>
                </a:lnTo>
                <a:close/>
                <a:moveTo>
                  <a:pt x="82118" y="128196"/>
                </a:moveTo>
                <a:lnTo>
                  <a:pt x="82118" y="143238"/>
                </a:lnTo>
                <a:lnTo>
                  <a:pt x="80376" y="143238"/>
                </a:lnTo>
                <a:lnTo>
                  <a:pt x="80376" y="136810"/>
                </a:lnTo>
                <a:lnTo>
                  <a:pt x="79869" y="143238"/>
                </a:lnTo>
                <a:lnTo>
                  <a:pt x="77969" y="143238"/>
                </a:lnTo>
                <a:lnTo>
                  <a:pt x="77431" y="136810"/>
                </a:lnTo>
                <a:lnTo>
                  <a:pt x="77431" y="143238"/>
                </a:lnTo>
                <a:lnTo>
                  <a:pt x="75689" y="143238"/>
                </a:lnTo>
                <a:lnTo>
                  <a:pt x="75689" y="128196"/>
                </a:lnTo>
                <a:lnTo>
                  <a:pt x="78508" y="128196"/>
                </a:lnTo>
                <a:lnTo>
                  <a:pt x="78919" y="133294"/>
                </a:lnTo>
                <a:lnTo>
                  <a:pt x="79331" y="128196"/>
                </a:lnTo>
                <a:close/>
                <a:moveTo>
                  <a:pt x="89623" y="128196"/>
                </a:moveTo>
                <a:lnTo>
                  <a:pt x="89623" y="143238"/>
                </a:lnTo>
                <a:lnTo>
                  <a:pt x="87882" y="143238"/>
                </a:lnTo>
                <a:lnTo>
                  <a:pt x="87882" y="136810"/>
                </a:lnTo>
                <a:lnTo>
                  <a:pt x="87343" y="143238"/>
                </a:lnTo>
                <a:lnTo>
                  <a:pt x="85443" y="143238"/>
                </a:lnTo>
                <a:lnTo>
                  <a:pt x="84905" y="136810"/>
                </a:lnTo>
                <a:lnTo>
                  <a:pt x="84905" y="143238"/>
                </a:lnTo>
                <a:lnTo>
                  <a:pt x="83163" y="143238"/>
                </a:lnTo>
                <a:lnTo>
                  <a:pt x="83163" y="128196"/>
                </a:lnTo>
                <a:lnTo>
                  <a:pt x="85982" y="128196"/>
                </a:lnTo>
                <a:lnTo>
                  <a:pt x="86393" y="133294"/>
                </a:lnTo>
                <a:lnTo>
                  <a:pt x="86805" y="128196"/>
                </a:lnTo>
                <a:close/>
                <a:moveTo>
                  <a:pt x="97097" y="128196"/>
                </a:moveTo>
                <a:lnTo>
                  <a:pt x="97097" y="143238"/>
                </a:lnTo>
                <a:lnTo>
                  <a:pt x="95356" y="143238"/>
                </a:lnTo>
                <a:lnTo>
                  <a:pt x="95356" y="136810"/>
                </a:lnTo>
                <a:lnTo>
                  <a:pt x="94817" y="143238"/>
                </a:lnTo>
                <a:lnTo>
                  <a:pt x="92917" y="143238"/>
                </a:lnTo>
                <a:lnTo>
                  <a:pt x="92379" y="136810"/>
                </a:lnTo>
                <a:lnTo>
                  <a:pt x="92379" y="143238"/>
                </a:lnTo>
                <a:lnTo>
                  <a:pt x="90637" y="143238"/>
                </a:lnTo>
                <a:lnTo>
                  <a:pt x="90637" y="128196"/>
                </a:lnTo>
                <a:lnTo>
                  <a:pt x="93455" y="128196"/>
                </a:lnTo>
                <a:lnTo>
                  <a:pt x="93867" y="133294"/>
                </a:lnTo>
                <a:lnTo>
                  <a:pt x="94279" y="128196"/>
                </a:lnTo>
                <a:close/>
                <a:moveTo>
                  <a:pt x="104571" y="128196"/>
                </a:moveTo>
                <a:lnTo>
                  <a:pt x="104571" y="143238"/>
                </a:lnTo>
                <a:lnTo>
                  <a:pt x="102829" y="143238"/>
                </a:lnTo>
                <a:lnTo>
                  <a:pt x="102829" y="136810"/>
                </a:lnTo>
                <a:lnTo>
                  <a:pt x="102323" y="143238"/>
                </a:lnTo>
                <a:lnTo>
                  <a:pt x="100391" y="143238"/>
                </a:lnTo>
                <a:lnTo>
                  <a:pt x="99853" y="136810"/>
                </a:lnTo>
                <a:lnTo>
                  <a:pt x="99853" y="143238"/>
                </a:lnTo>
                <a:lnTo>
                  <a:pt x="98142" y="143238"/>
                </a:lnTo>
                <a:lnTo>
                  <a:pt x="98142" y="128196"/>
                </a:lnTo>
                <a:lnTo>
                  <a:pt x="100929" y="128196"/>
                </a:lnTo>
                <a:lnTo>
                  <a:pt x="101341" y="133294"/>
                </a:lnTo>
                <a:lnTo>
                  <a:pt x="101753" y="128196"/>
                </a:lnTo>
                <a:close/>
                <a:moveTo>
                  <a:pt x="112045" y="128196"/>
                </a:moveTo>
                <a:lnTo>
                  <a:pt x="112045" y="143238"/>
                </a:lnTo>
                <a:lnTo>
                  <a:pt x="110303" y="143238"/>
                </a:lnTo>
                <a:lnTo>
                  <a:pt x="110303" y="136810"/>
                </a:lnTo>
                <a:lnTo>
                  <a:pt x="109797" y="143238"/>
                </a:lnTo>
                <a:lnTo>
                  <a:pt x="107865" y="143238"/>
                </a:lnTo>
                <a:lnTo>
                  <a:pt x="107358" y="136810"/>
                </a:lnTo>
                <a:lnTo>
                  <a:pt x="107358" y="143238"/>
                </a:lnTo>
                <a:lnTo>
                  <a:pt x="105616" y="143238"/>
                </a:lnTo>
                <a:lnTo>
                  <a:pt x="105616" y="128196"/>
                </a:lnTo>
                <a:lnTo>
                  <a:pt x="108403" y="128196"/>
                </a:lnTo>
                <a:lnTo>
                  <a:pt x="108815" y="133294"/>
                </a:lnTo>
                <a:lnTo>
                  <a:pt x="109258" y="128196"/>
                </a:lnTo>
                <a:close/>
                <a:moveTo>
                  <a:pt x="119519" y="128196"/>
                </a:moveTo>
                <a:lnTo>
                  <a:pt x="119519" y="143238"/>
                </a:lnTo>
                <a:lnTo>
                  <a:pt x="117777" y="143238"/>
                </a:lnTo>
                <a:lnTo>
                  <a:pt x="117777" y="136810"/>
                </a:lnTo>
                <a:lnTo>
                  <a:pt x="117271" y="143238"/>
                </a:lnTo>
                <a:lnTo>
                  <a:pt x="115339" y="143238"/>
                </a:lnTo>
                <a:lnTo>
                  <a:pt x="114832" y="136810"/>
                </a:lnTo>
                <a:lnTo>
                  <a:pt x="114832" y="143238"/>
                </a:lnTo>
                <a:lnTo>
                  <a:pt x="113090" y="143238"/>
                </a:lnTo>
                <a:lnTo>
                  <a:pt x="113090" y="128196"/>
                </a:lnTo>
                <a:lnTo>
                  <a:pt x="115877" y="128196"/>
                </a:lnTo>
                <a:lnTo>
                  <a:pt x="116320" y="133294"/>
                </a:lnTo>
                <a:lnTo>
                  <a:pt x="116732" y="128196"/>
                </a:lnTo>
                <a:close/>
                <a:moveTo>
                  <a:pt x="126993" y="128196"/>
                </a:moveTo>
                <a:lnTo>
                  <a:pt x="126993" y="143238"/>
                </a:lnTo>
                <a:lnTo>
                  <a:pt x="125283" y="143238"/>
                </a:lnTo>
                <a:lnTo>
                  <a:pt x="125283" y="136810"/>
                </a:lnTo>
                <a:lnTo>
                  <a:pt x="124744" y="143238"/>
                </a:lnTo>
                <a:lnTo>
                  <a:pt x="122813" y="143238"/>
                </a:lnTo>
                <a:lnTo>
                  <a:pt x="122306" y="136810"/>
                </a:lnTo>
                <a:lnTo>
                  <a:pt x="122306" y="143238"/>
                </a:lnTo>
                <a:lnTo>
                  <a:pt x="120564" y="143238"/>
                </a:lnTo>
                <a:lnTo>
                  <a:pt x="120564" y="128196"/>
                </a:lnTo>
                <a:lnTo>
                  <a:pt x="123351" y="128196"/>
                </a:lnTo>
                <a:lnTo>
                  <a:pt x="123794" y="133294"/>
                </a:lnTo>
                <a:lnTo>
                  <a:pt x="124206" y="128196"/>
                </a:lnTo>
                <a:close/>
                <a:moveTo>
                  <a:pt x="134467" y="128196"/>
                </a:moveTo>
                <a:lnTo>
                  <a:pt x="134467" y="143238"/>
                </a:lnTo>
                <a:lnTo>
                  <a:pt x="132757" y="143238"/>
                </a:lnTo>
                <a:lnTo>
                  <a:pt x="132757" y="136810"/>
                </a:lnTo>
                <a:lnTo>
                  <a:pt x="132218" y="143238"/>
                </a:lnTo>
                <a:lnTo>
                  <a:pt x="130318" y="143238"/>
                </a:lnTo>
                <a:lnTo>
                  <a:pt x="129780" y="136810"/>
                </a:lnTo>
                <a:lnTo>
                  <a:pt x="129780" y="143238"/>
                </a:lnTo>
                <a:lnTo>
                  <a:pt x="128038" y="143238"/>
                </a:lnTo>
                <a:lnTo>
                  <a:pt x="128038" y="128196"/>
                </a:lnTo>
                <a:lnTo>
                  <a:pt x="130857" y="128196"/>
                </a:lnTo>
                <a:lnTo>
                  <a:pt x="131268" y="133294"/>
                </a:lnTo>
                <a:lnTo>
                  <a:pt x="131680" y="128196"/>
                </a:lnTo>
                <a:close/>
                <a:moveTo>
                  <a:pt x="141941" y="128196"/>
                </a:moveTo>
                <a:lnTo>
                  <a:pt x="141941" y="143238"/>
                </a:lnTo>
                <a:lnTo>
                  <a:pt x="140231" y="143238"/>
                </a:lnTo>
                <a:lnTo>
                  <a:pt x="140231" y="136810"/>
                </a:lnTo>
                <a:lnTo>
                  <a:pt x="139692" y="143238"/>
                </a:lnTo>
                <a:lnTo>
                  <a:pt x="137792" y="143238"/>
                </a:lnTo>
                <a:lnTo>
                  <a:pt x="137254" y="136810"/>
                </a:lnTo>
                <a:lnTo>
                  <a:pt x="137254" y="143238"/>
                </a:lnTo>
                <a:lnTo>
                  <a:pt x="135512" y="143238"/>
                </a:lnTo>
                <a:lnTo>
                  <a:pt x="135512" y="128196"/>
                </a:lnTo>
                <a:lnTo>
                  <a:pt x="138330" y="128196"/>
                </a:lnTo>
                <a:lnTo>
                  <a:pt x="138742" y="133294"/>
                </a:lnTo>
                <a:lnTo>
                  <a:pt x="139154" y="128196"/>
                </a:lnTo>
                <a:close/>
                <a:moveTo>
                  <a:pt x="149446" y="128196"/>
                </a:moveTo>
                <a:lnTo>
                  <a:pt x="149446" y="143238"/>
                </a:lnTo>
                <a:lnTo>
                  <a:pt x="147705" y="143238"/>
                </a:lnTo>
                <a:lnTo>
                  <a:pt x="147705" y="136810"/>
                </a:lnTo>
                <a:lnTo>
                  <a:pt x="147166" y="143238"/>
                </a:lnTo>
                <a:lnTo>
                  <a:pt x="145266" y="143238"/>
                </a:lnTo>
                <a:lnTo>
                  <a:pt x="144728" y="136810"/>
                </a:lnTo>
                <a:lnTo>
                  <a:pt x="144728" y="143238"/>
                </a:lnTo>
                <a:lnTo>
                  <a:pt x="142986" y="143238"/>
                </a:lnTo>
                <a:lnTo>
                  <a:pt x="142986" y="128196"/>
                </a:lnTo>
                <a:lnTo>
                  <a:pt x="145804" y="128196"/>
                </a:lnTo>
                <a:lnTo>
                  <a:pt x="146216" y="133294"/>
                </a:lnTo>
                <a:lnTo>
                  <a:pt x="146628" y="128196"/>
                </a:lnTo>
                <a:close/>
                <a:moveTo>
                  <a:pt x="156920" y="128196"/>
                </a:moveTo>
                <a:lnTo>
                  <a:pt x="156920" y="143238"/>
                </a:lnTo>
                <a:lnTo>
                  <a:pt x="155178" y="143238"/>
                </a:lnTo>
                <a:lnTo>
                  <a:pt x="155178" y="136810"/>
                </a:lnTo>
                <a:lnTo>
                  <a:pt x="154640" y="143238"/>
                </a:lnTo>
                <a:lnTo>
                  <a:pt x="152740" y="143238"/>
                </a:lnTo>
                <a:lnTo>
                  <a:pt x="152233" y="136810"/>
                </a:lnTo>
                <a:lnTo>
                  <a:pt x="152233" y="143238"/>
                </a:lnTo>
                <a:lnTo>
                  <a:pt x="150491" y="143238"/>
                </a:lnTo>
                <a:lnTo>
                  <a:pt x="150491" y="128196"/>
                </a:lnTo>
                <a:lnTo>
                  <a:pt x="153278" y="128196"/>
                </a:lnTo>
                <a:lnTo>
                  <a:pt x="153690" y="133294"/>
                </a:lnTo>
                <a:lnTo>
                  <a:pt x="154133" y="128196"/>
                </a:lnTo>
                <a:close/>
                <a:moveTo>
                  <a:pt x="164394" y="128196"/>
                </a:moveTo>
                <a:lnTo>
                  <a:pt x="164394" y="143238"/>
                </a:lnTo>
                <a:lnTo>
                  <a:pt x="162652" y="143238"/>
                </a:lnTo>
                <a:lnTo>
                  <a:pt x="162652" y="136810"/>
                </a:lnTo>
                <a:lnTo>
                  <a:pt x="162146" y="143238"/>
                </a:lnTo>
                <a:lnTo>
                  <a:pt x="160214" y="143238"/>
                </a:lnTo>
                <a:lnTo>
                  <a:pt x="159707" y="136810"/>
                </a:lnTo>
                <a:lnTo>
                  <a:pt x="159707" y="143238"/>
                </a:lnTo>
                <a:lnTo>
                  <a:pt x="157965" y="143238"/>
                </a:lnTo>
                <a:lnTo>
                  <a:pt x="157965" y="128196"/>
                </a:lnTo>
                <a:lnTo>
                  <a:pt x="160752" y="128196"/>
                </a:lnTo>
                <a:lnTo>
                  <a:pt x="161164" y="133294"/>
                </a:lnTo>
                <a:lnTo>
                  <a:pt x="161607" y="128196"/>
                </a:lnTo>
                <a:close/>
                <a:moveTo>
                  <a:pt x="171868" y="128196"/>
                </a:moveTo>
                <a:lnTo>
                  <a:pt x="171868" y="143238"/>
                </a:lnTo>
                <a:lnTo>
                  <a:pt x="170126" y="143238"/>
                </a:lnTo>
                <a:lnTo>
                  <a:pt x="170126" y="136810"/>
                </a:lnTo>
                <a:lnTo>
                  <a:pt x="169620" y="143238"/>
                </a:lnTo>
                <a:lnTo>
                  <a:pt x="167688" y="143238"/>
                </a:lnTo>
                <a:lnTo>
                  <a:pt x="167181" y="136810"/>
                </a:lnTo>
                <a:lnTo>
                  <a:pt x="167181" y="143238"/>
                </a:lnTo>
                <a:lnTo>
                  <a:pt x="165439" y="143238"/>
                </a:lnTo>
                <a:lnTo>
                  <a:pt x="165439" y="128196"/>
                </a:lnTo>
                <a:lnTo>
                  <a:pt x="168226" y="128196"/>
                </a:lnTo>
                <a:lnTo>
                  <a:pt x="168638" y="133294"/>
                </a:lnTo>
                <a:lnTo>
                  <a:pt x="169081" y="128196"/>
                </a:lnTo>
                <a:close/>
                <a:moveTo>
                  <a:pt x="179342" y="128196"/>
                </a:moveTo>
                <a:lnTo>
                  <a:pt x="179342" y="143238"/>
                </a:lnTo>
                <a:lnTo>
                  <a:pt x="177600" y="143238"/>
                </a:lnTo>
                <a:lnTo>
                  <a:pt x="177600" y="136810"/>
                </a:lnTo>
                <a:lnTo>
                  <a:pt x="177093" y="143238"/>
                </a:lnTo>
                <a:lnTo>
                  <a:pt x="175193" y="143238"/>
                </a:lnTo>
                <a:lnTo>
                  <a:pt x="174655" y="136810"/>
                </a:lnTo>
                <a:lnTo>
                  <a:pt x="174655" y="143238"/>
                </a:lnTo>
                <a:lnTo>
                  <a:pt x="172913" y="143238"/>
                </a:lnTo>
                <a:lnTo>
                  <a:pt x="172913" y="128196"/>
                </a:lnTo>
                <a:lnTo>
                  <a:pt x="175732" y="128196"/>
                </a:lnTo>
                <a:lnTo>
                  <a:pt x="176143" y="133294"/>
                </a:lnTo>
                <a:lnTo>
                  <a:pt x="176555" y="128196"/>
                </a:lnTo>
                <a:close/>
                <a:moveTo>
                  <a:pt x="186816" y="128196"/>
                </a:moveTo>
                <a:lnTo>
                  <a:pt x="186816" y="143238"/>
                </a:lnTo>
                <a:lnTo>
                  <a:pt x="185106" y="143238"/>
                </a:lnTo>
                <a:lnTo>
                  <a:pt x="185106" y="136810"/>
                </a:lnTo>
                <a:lnTo>
                  <a:pt x="184567" y="143238"/>
                </a:lnTo>
                <a:lnTo>
                  <a:pt x="182667" y="143238"/>
                </a:lnTo>
                <a:lnTo>
                  <a:pt x="182129" y="136810"/>
                </a:lnTo>
                <a:lnTo>
                  <a:pt x="182129" y="143238"/>
                </a:lnTo>
                <a:lnTo>
                  <a:pt x="180387" y="143238"/>
                </a:lnTo>
                <a:lnTo>
                  <a:pt x="180387" y="128196"/>
                </a:lnTo>
                <a:lnTo>
                  <a:pt x="183206" y="128196"/>
                </a:lnTo>
                <a:lnTo>
                  <a:pt x="183617" y="133294"/>
                </a:lnTo>
                <a:lnTo>
                  <a:pt x="184029" y="128196"/>
                </a:lnTo>
                <a:close/>
                <a:moveTo>
                  <a:pt x="194321" y="128196"/>
                </a:moveTo>
                <a:lnTo>
                  <a:pt x="194321" y="143238"/>
                </a:lnTo>
                <a:lnTo>
                  <a:pt x="192580" y="143238"/>
                </a:lnTo>
                <a:lnTo>
                  <a:pt x="192580" y="136810"/>
                </a:lnTo>
                <a:lnTo>
                  <a:pt x="192041" y="143238"/>
                </a:lnTo>
                <a:lnTo>
                  <a:pt x="190141" y="143238"/>
                </a:lnTo>
                <a:lnTo>
                  <a:pt x="189603" y="136810"/>
                </a:lnTo>
                <a:lnTo>
                  <a:pt x="189603" y="143238"/>
                </a:lnTo>
                <a:lnTo>
                  <a:pt x="187861" y="143238"/>
                </a:lnTo>
                <a:lnTo>
                  <a:pt x="187861" y="128196"/>
                </a:lnTo>
                <a:lnTo>
                  <a:pt x="190679" y="128196"/>
                </a:lnTo>
                <a:lnTo>
                  <a:pt x="191091" y="133294"/>
                </a:lnTo>
                <a:lnTo>
                  <a:pt x="191503" y="128196"/>
                </a:lnTo>
                <a:close/>
                <a:moveTo>
                  <a:pt x="201795" y="128196"/>
                </a:moveTo>
                <a:lnTo>
                  <a:pt x="201795" y="143238"/>
                </a:lnTo>
                <a:lnTo>
                  <a:pt x="200054" y="143238"/>
                </a:lnTo>
                <a:lnTo>
                  <a:pt x="200054" y="136810"/>
                </a:lnTo>
                <a:lnTo>
                  <a:pt x="199515" y="143238"/>
                </a:lnTo>
                <a:lnTo>
                  <a:pt x="197615" y="143238"/>
                </a:lnTo>
                <a:lnTo>
                  <a:pt x="197077" y="136810"/>
                </a:lnTo>
                <a:lnTo>
                  <a:pt x="197077" y="143238"/>
                </a:lnTo>
                <a:lnTo>
                  <a:pt x="195366" y="143238"/>
                </a:lnTo>
                <a:lnTo>
                  <a:pt x="195366" y="128196"/>
                </a:lnTo>
                <a:lnTo>
                  <a:pt x="198153" y="128196"/>
                </a:lnTo>
                <a:lnTo>
                  <a:pt x="198565" y="133294"/>
                </a:lnTo>
                <a:lnTo>
                  <a:pt x="198977" y="128196"/>
                </a:lnTo>
                <a:close/>
                <a:moveTo>
                  <a:pt x="209269" y="128196"/>
                </a:moveTo>
                <a:lnTo>
                  <a:pt x="209269" y="143238"/>
                </a:lnTo>
                <a:lnTo>
                  <a:pt x="207527" y="143238"/>
                </a:lnTo>
                <a:lnTo>
                  <a:pt x="207527" y="136810"/>
                </a:lnTo>
                <a:lnTo>
                  <a:pt x="207021" y="143238"/>
                </a:lnTo>
                <a:lnTo>
                  <a:pt x="205089" y="143238"/>
                </a:lnTo>
                <a:lnTo>
                  <a:pt x="204582" y="136810"/>
                </a:lnTo>
                <a:lnTo>
                  <a:pt x="204582" y="143238"/>
                </a:lnTo>
                <a:lnTo>
                  <a:pt x="202840" y="143238"/>
                </a:lnTo>
                <a:lnTo>
                  <a:pt x="202840" y="128196"/>
                </a:lnTo>
                <a:lnTo>
                  <a:pt x="205627" y="128196"/>
                </a:lnTo>
                <a:lnTo>
                  <a:pt x="206039" y="133294"/>
                </a:lnTo>
                <a:lnTo>
                  <a:pt x="206451" y="128196"/>
                </a:lnTo>
                <a:close/>
                <a:moveTo>
                  <a:pt x="216743" y="128196"/>
                </a:moveTo>
                <a:lnTo>
                  <a:pt x="216743" y="143238"/>
                </a:lnTo>
                <a:lnTo>
                  <a:pt x="215001" y="143238"/>
                </a:lnTo>
                <a:lnTo>
                  <a:pt x="215001" y="136810"/>
                </a:lnTo>
                <a:lnTo>
                  <a:pt x="214495" y="143238"/>
                </a:lnTo>
                <a:lnTo>
                  <a:pt x="212563" y="143238"/>
                </a:lnTo>
                <a:lnTo>
                  <a:pt x="212056" y="136810"/>
                </a:lnTo>
                <a:lnTo>
                  <a:pt x="212056" y="143238"/>
                </a:lnTo>
                <a:lnTo>
                  <a:pt x="210314" y="143238"/>
                </a:lnTo>
                <a:lnTo>
                  <a:pt x="210314" y="128196"/>
                </a:lnTo>
                <a:lnTo>
                  <a:pt x="213101" y="128196"/>
                </a:lnTo>
                <a:lnTo>
                  <a:pt x="213513" y="133294"/>
                </a:lnTo>
                <a:lnTo>
                  <a:pt x="213956" y="128196"/>
                </a:lnTo>
                <a:close/>
                <a:moveTo>
                  <a:pt x="224217" y="128196"/>
                </a:moveTo>
                <a:lnTo>
                  <a:pt x="224217" y="143238"/>
                </a:lnTo>
                <a:lnTo>
                  <a:pt x="222475" y="143238"/>
                </a:lnTo>
                <a:lnTo>
                  <a:pt x="222475" y="136810"/>
                </a:lnTo>
                <a:lnTo>
                  <a:pt x="221969" y="143238"/>
                </a:lnTo>
                <a:lnTo>
                  <a:pt x="220037" y="143238"/>
                </a:lnTo>
                <a:lnTo>
                  <a:pt x="219530" y="136810"/>
                </a:lnTo>
                <a:lnTo>
                  <a:pt x="219530" y="143238"/>
                </a:lnTo>
                <a:lnTo>
                  <a:pt x="217788" y="143238"/>
                </a:lnTo>
                <a:lnTo>
                  <a:pt x="217788" y="128196"/>
                </a:lnTo>
                <a:lnTo>
                  <a:pt x="220575" y="128196"/>
                </a:lnTo>
                <a:lnTo>
                  <a:pt x="221018" y="133294"/>
                </a:lnTo>
                <a:lnTo>
                  <a:pt x="221430" y="128196"/>
                </a:lnTo>
                <a:close/>
                <a:moveTo>
                  <a:pt x="231691" y="128196"/>
                </a:moveTo>
                <a:lnTo>
                  <a:pt x="231691" y="143238"/>
                </a:lnTo>
                <a:lnTo>
                  <a:pt x="229981" y="143238"/>
                </a:lnTo>
                <a:lnTo>
                  <a:pt x="229981" y="136810"/>
                </a:lnTo>
                <a:lnTo>
                  <a:pt x="229442" y="143238"/>
                </a:lnTo>
                <a:lnTo>
                  <a:pt x="227542" y="143238"/>
                </a:lnTo>
                <a:lnTo>
                  <a:pt x="227004" y="136810"/>
                </a:lnTo>
                <a:lnTo>
                  <a:pt x="227004" y="143238"/>
                </a:lnTo>
                <a:lnTo>
                  <a:pt x="225262" y="143238"/>
                </a:lnTo>
                <a:lnTo>
                  <a:pt x="225262" y="128196"/>
                </a:lnTo>
                <a:lnTo>
                  <a:pt x="228049" y="128196"/>
                </a:lnTo>
                <a:lnTo>
                  <a:pt x="228492" y="133294"/>
                </a:lnTo>
                <a:lnTo>
                  <a:pt x="228904" y="128196"/>
                </a:lnTo>
                <a:close/>
                <a:moveTo>
                  <a:pt x="239165" y="128196"/>
                </a:moveTo>
                <a:lnTo>
                  <a:pt x="239165" y="143238"/>
                </a:lnTo>
                <a:lnTo>
                  <a:pt x="237455" y="143238"/>
                </a:lnTo>
                <a:lnTo>
                  <a:pt x="237455" y="136810"/>
                </a:lnTo>
                <a:lnTo>
                  <a:pt x="236916" y="143238"/>
                </a:lnTo>
                <a:lnTo>
                  <a:pt x="235016" y="143238"/>
                </a:lnTo>
                <a:lnTo>
                  <a:pt x="234478" y="136810"/>
                </a:lnTo>
                <a:lnTo>
                  <a:pt x="234478" y="143238"/>
                </a:lnTo>
                <a:lnTo>
                  <a:pt x="232736" y="143238"/>
                </a:lnTo>
                <a:lnTo>
                  <a:pt x="232736" y="128196"/>
                </a:lnTo>
                <a:lnTo>
                  <a:pt x="235555" y="128196"/>
                </a:lnTo>
                <a:lnTo>
                  <a:pt x="235966" y="133294"/>
                </a:lnTo>
                <a:lnTo>
                  <a:pt x="236378" y="128196"/>
                </a:lnTo>
                <a:close/>
                <a:moveTo>
                  <a:pt x="246670" y="128196"/>
                </a:moveTo>
                <a:lnTo>
                  <a:pt x="246670" y="143238"/>
                </a:lnTo>
                <a:lnTo>
                  <a:pt x="244929" y="143238"/>
                </a:lnTo>
                <a:lnTo>
                  <a:pt x="244929" y="136810"/>
                </a:lnTo>
                <a:lnTo>
                  <a:pt x="244390" y="143238"/>
                </a:lnTo>
                <a:lnTo>
                  <a:pt x="242490" y="143238"/>
                </a:lnTo>
                <a:lnTo>
                  <a:pt x="241952" y="136810"/>
                </a:lnTo>
                <a:lnTo>
                  <a:pt x="241952" y="143238"/>
                </a:lnTo>
                <a:lnTo>
                  <a:pt x="240242" y="143238"/>
                </a:lnTo>
                <a:lnTo>
                  <a:pt x="240242" y="128196"/>
                </a:lnTo>
                <a:lnTo>
                  <a:pt x="243028" y="128196"/>
                </a:lnTo>
                <a:lnTo>
                  <a:pt x="243440" y="133294"/>
                </a:lnTo>
                <a:lnTo>
                  <a:pt x="243852" y="128196"/>
                </a:lnTo>
                <a:close/>
                <a:moveTo>
                  <a:pt x="254144" y="128196"/>
                </a:moveTo>
                <a:lnTo>
                  <a:pt x="254144" y="143238"/>
                </a:lnTo>
                <a:lnTo>
                  <a:pt x="252402" y="143238"/>
                </a:lnTo>
                <a:lnTo>
                  <a:pt x="252402" y="136810"/>
                </a:lnTo>
                <a:lnTo>
                  <a:pt x="251864" y="143238"/>
                </a:lnTo>
                <a:lnTo>
                  <a:pt x="249964" y="143238"/>
                </a:lnTo>
                <a:lnTo>
                  <a:pt x="249426" y="136810"/>
                </a:lnTo>
                <a:lnTo>
                  <a:pt x="249426" y="143238"/>
                </a:lnTo>
                <a:lnTo>
                  <a:pt x="247715" y="143238"/>
                </a:lnTo>
                <a:lnTo>
                  <a:pt x="247715" y="128196"/>
                </a:lnTo>
                <a:lnTo>
                  <a:pt x="250502" y="128196"/>
                </a:lnTo>
                <a:lnTo>
                  <a:pt x="250914" y="133294"/>
                </a:lnTo>
                <a:lnTo>
                  <a:pt x="251326" y="128196"/>
                </a:lnTo>
                <a:close/>
                <a:moveTo>
                  <a:pt x="261618" y="128196"/>
                </a:moveTo>
                <a:lnTo>
                  <a:pt x="261618" y="143238"/>
                </a:lnTo>
                <a:lnTo>
                  <a:pt x="259876" y="143238"/>
                </a:lnTo>
                <a:lnTo>
                  <a:pt x="259876" y="136810"/>
                </a:lnTo>
                <a:lnTo>
                  <a:pt x="259338" y="143238"/>
                </a:lnTo>
                <a:lnTo>
                  <a:pt x="257438" y="143238"/>
                </a:lnTo>
                <a:lnTo>
                  <a:pt x="256899" y="136810"/>
                </a:lnTo>
                <a:lnTo>
                  <a:pt x="256899" y="143238"/>
                </a:lnTo>
                <a:lnTo>
                  <a:pt x="255189" y="143238"/>
                </a:lnTo>
                <a:lnTo>
                  <a:pt x="255189" y="128196"/>
                </a:lnTo>
                <a:lnTo>
                  <a:pt x="257976" y="128196"/>
                </a:lnTo>
                <a:lnTo>
                  <a:pt x="258388" y="133294"/>
                </a:lnTo>
                <a:lnTo>
                  <a:pt x="258831" y="128196"/>
                </a:lnTo>
                <a:close/>
                <a:moveTo>
                  <a:pt x="269092" y="128196"/>
                </a:moveTo>
                <a:lnTo>
                  <a:pt x="269092" y="143238"/>
                </a:lnTo>
                <a:lnTo>
                  <a:pt x="267350" y="143238"/>
                </a:lnTo>
                <a:lnTo>
                  <a:pt x="267350" y="136810"/>
                </a:lnTo>
                <a:lnTo>
                  <a:pt x="266844" y="143238"/>
                </a:lnTo>
                <a:lnTo>
                  <a:pt x="264912" y="143238"/>
                </a:lnTo>
                <a:lnTo>
                  <a:pt x="264405" y="136810"/>
                </a:lnTo>
                <a:lnTo>
                  <a:pt x="264405" y="143238"/>
                </a:lnTo>
                <a:lnTo>
                  <a:pt x="262663" y="143238"/>
                </a:lnTo>
                <a:lnTo>
                  <a:pt x="262663" y="128196"/>
                </a:lnTo>
                <a:lnTo>
                  <a:pt x="265450" y="128196"/>
                </a:lnTo>
                <a:lnTo>
                  <a:pt x="265862" y="133294"/>
                </a:lnTo>
                <a:lnTo>
                  <a:pt x="266305" y="128196"/>
                </a:lnTo>
                <a:close/>
                <a:moveTo>
                  <a:pt x="276566" y="128196"/>
                </a:moveTo>
                <a:lnTo>
                  <a:pt x="276566" y="143238"/>
                </a:lnTo>
                <a:lnTo>
                  <a:pt x="274824" y="143238"/>
                </a:lnTo>
                <a:lnTo>
                  <a:pt x="274824" y="136810"/>
                </a:lnTo>
                <a:lnTo>
                  <a:pt x="274317" y="143238"/>
                </a:lnTo>
                <a:lnTo>
                  <a:pt x="272386" y="143238"/>
                </a:lnTo>
                <a:lnTo>
                  <a:pt x="271879" y="136810"/>
                </a:lnTo>
                <a:lnTo>
                  <a:pt x="271879" y="143238"/>
                </a:lnTo>
                <a:lnTo>
                  <a:pt x="270137" y="143238"/>
                </a:lnTo>
                <a:lnTo>
                  <a:pt x="270137" y="128196"/>
                </a:lnTo>
                <a:lnTo>
                  <a:pt x="272924" y="128196"/>
                </a:lnTo>
                <a:lnTo>
                  <a:pt x="273367" y="133294"/>
                </a:lnTo>
                <a:lnTo>
                  <a:pt x="273779" y="128196"/>
                </a:lnTo>
                <a:close/>
                <a:moveTo>
                  <a:pt x="284040" y="128196"/>
                </a:moveTo>
                <a:lnTo>
                  <a:pt x="284040" y="143238"/>
                </a:lnTo>
                <a:lnTo>
                  <a:pt x="282298" y="143238"/>
                </a:lnTo>
                <a:lnTo>
                  <a:pt x="282298" y="136810"/>
                </a:lnTo>
                <a:lnTo>
                  <a:pt x="281791" y="143238"/>
                </a:lnTo>
                <a:lnTo>
                  <a:pt x="279860" y="143238"/>
                </a:lnTo>
                <a:lnTo>
                  <a:pt x="279353" y="136810"/>
                </a:lnTo>
                <a:lnTo>
                  <a:pt x="279353" y="143238"/>
                </a:lnTo>
                <a:lnTo>
                  <a:pt x="277611" y="143238"/>
                </a:lnTo>
                <a:lnTo>
                  <a:pt x="277611" y="128196"/>
                </a:lnTo>
                <a:lnTo>
                  <a:pt x="280430" y="128196"/>
                </a:lnTo>
                <a:lnTo>
                  <a:pt x="280841" y="133294"/>
                </a:lnTo>
                <a:lnTo>
                  <a:pt x="281253" y="128196"/>
                </a:lnTo>
                <a:close/>
                <a:moveTo>
                  <a:pt x="7347" y="144062"/>
                </a:moveTo>
                <a:lnTo>
                  <a:pt x="7347" y="159105"/>
                </a:lnTo>
                <a:lnTo>
                  <a:pt x="5605" y="159105"/>
                </a:lnTo>
                <a:lnTo>
                  <a:pt x="5605" y="152676"/>
                </a:lnTo>
                <a:lnTo>
                  <a:pt x="5099" y="159105"/>
                </a:lnTo>
                <a:lnTo>
                  <a:pt x="3167" y="159105"/>
                </a:lnTo>
                <a:lnTo>
                  <a:pt x="2629" y="152676"/>
                </a:lnTo>
                <a:lnTo>
                  <a:pt x="2629" y="159105"/>
                </a:lnTo>
                <a:lnTo>
                  <a:pt x="918" y="159105"/>
                </a:lnTo>
                <a:lnTo>
                  <a:pt x="918" y="144062"/>
                </a:lnTo>
                <a:lnTo>
                  <a:pt x="3705" y="144062"/>
                </a:lnTo>
                <a:lnTo>
                  <a:pt x="4117" y="149160"/>
                </a:lnTo>
                <a:lnTo>
                  <a:pt x="4529" y="144062"/>
                </a:lnTo>
                <a:close/>
                <a:moveTo>
                  <a:pt x="14821" y="144062"/>
                </a:moveTo>
                <a:lnTo>
                  <a:pt x="14821" y="159105"/>
                </a:lnTo>
                <a:lnTo>
                  <a:pt x="13079" y="159105"/>
                </a:lnTo>
                <a:lnTo>
                  <a:pt x="13079" y="152676"/>
                </a:lnTo>
                <a:lnTo>
                  <a:pt x="12573" y="159105"/>
                </a:lnTo>
                <a:lnTo>
                  <a:pt x="10641" y="159105"/>
                </a:lnTo>
                <a:lnTo>
                  <a:pt x="10134" y="152676"/>
                </a:lnTo>
                <a:lnTo>
                  <a:pt x="10134" y="159105"/>
                </a:lnTo>
                <a:lnTo>
                  <a:pt x="8392" y="159105"/>
                </a:lnTo>
                <a:lnTo>
                  <a:pt x="8392" y="144062"/>
                </a:lnTo>
                <a:lnTo>
                  <a:pt x="11179" y="144062"/>
                </a:lnTo>
                <a:lnTo>
                  <a:pt x="11591" y="149160"/>
                </a:lnTo>
                <a:lnTo>
                  <a:pt x="12034" y="144062"/>
                </a:lnTo>
                <a:close/>
                <a:moveTo>
                  <a:pt x="22295" y="144062"/>
                </a:moveTo>
                <a:lnTo>
                  <a:pt x="22295" y="159105"/>
                </a:lnTo>
                <a:lnTo>
                  <a:pt x="20553" y="159105"/>
                </a:lnTo>
                <a:lnTo>
                  <a:pt x="20553" y="152676"/>
                </a:lnTo>
                <a:lnTo>
                  <a:pt x="20047" y="159105"/>
                </a:lnTo>
                <a:lnTo>
                  <a:pt x="18115" y="159105"/>
                </a:lnTo>
                <a:lnTo>
                  <a:pt x="17608" y="152676"/>
                </a:lnTo>
                <a:lnTo>
                  <a:pt x="17608" y="159105"/>
                </a:lnTo>
                <a:lnTo>
                  <a:pt x="15866" y="159105"/>
                </a:lnTo>
                <a:lnTo>
                  <a:pt x="15866" y="144062"/>
                </a:lnTo>
                <a:lnTo>
                  <a:pt x="18653" y="144062"/>
                </a:lnTo>
                <a:lnTo>
                  <a:pt x="19096" y="149160"/>
                </a:lnTo>
                <a:lnTo>
                  <a:pt x="19508" y="144062"/>
                </a:lnTo>
                <a:close/>
                <a:moveTo>
                  <a:pt x="29769" y="144062"/>
                </a:moveTo>
                <a:lnTo>
                  <a:pt x="29769" y="159105"/>
                </a:lnTo>
                <a:lnTo>
                  <a:pt x="28059" y="159105"/>
                </a:lnTo>
                <a:lnTo>
                  <a:pt x="28059" y="152676"/>
                </a:lnTo>
                <a:lnTo>
                  <a:pt x="27520" y="159105"/>
                </a:lnTo>
                <a:lnTo>
                  <a:pt x="25589" y="159105"/>
                </a:lnTo>
                <a:lnTo>
                  <a:pt x="25082" y="152676"/>
                </a:lnTo>
                <a:lnTo>
                  <a:pt x="25082" y="159105"/>
                </a:lnTo>
                <a:lnTo>
                  <a:pt x="23340" y="159105"/>
                </a:lnTo>
                <a:lnTo>
                  <a:pt x="23340" y="144062"/>
                </a:lnTo>
                <a:lnTo>
                  <a:pt x="26159" y="144062"/>
                </a:lnTo>
                <a:lnTo>
                  <a:pt x="26570" y="149160"/>
                </a:lnTo>
                <a:lnTo>
                  <a:pt x="26982" y="144062"/>
                </a:lnTo>
                <a:close/>
                <a:moveTo>
                  <a:pt x="37243" y="144062"/>
                </a:moveTo>
                <a:lnTo>
                  <a:pt x="37243" y="159105"/>
                </a:lnTo>
                <a:lnTo>
                  <a:pt x="35533" y="159105"/>
                </a:lnTo>
                <a:lnTo>
                  <a:pt x="35533" y="152676"/>
                </a:lnTo>
                <a:lnTo>
                  <a:pt x="34994" y="159105"/>
                </a:lnTo>
                <a:lnTo>
                  <a:pt x="33094" y="159105"/>
                </a:lnTo>
                <a:lnTo>
                  <a:pt x="32556" y="152676"/>
                </a:lnTo>
                <a:lnTo>
                  <a:pt x="32556" y="159105"/>
                </a:lnTo>
                <a:lnTo>
                  <a:pt x="30814" y="159105"/>
                </a:lnTo>
                <a:lnTo>
                  <a:pt x="30814" y="144062"/>
                </a:lnTo>
                <a:lnTo>
                  <a:pt x="33633" y="144062"/>
                </a:lnTo>
                <a:lnTo>
                  <a:pt x="34044" y="149160"/>
                </a:lnTo>
                <a:lnTo>
                  <a:pt x="34456" y="144062"/>
                </a:lnTo>
                <a:close/>
                <a:moveTo>
                  <a:pt x="44748" y="144062"/>
                </a:moveTo>
                <a:lnTo>
                  <a:pt x="44748" y="159105"/>
                </a:lnTo>
                <a:lnTo>
                  <a:pt x="43007" y="159105"/>
                </a:lnTo>
                <a:lnTo>
                  <a:pt x="43007" y="152676"/>
                </a:lnTo>
                <a:lnTo>
                  <a:pt x="42468" y="159105"/>
                </a:lnTo>
                <a:lnTo>
                  <a:pt x="40568" y="159105"/>
                </a:lnTo>
                <a:lnTo>
                  <a:pt x="40030" y="152676"/>
                </a:lnTo>
                <a:lnTo>
                  <a:pt x="40030" y="159105"/>
                </a:lnTo>
                <a:lnTo>
                  <a:pt x="38320" y="159105"/>
                </a:lnTo>
                <a:lnTo>
                  <a:pt x="38320" y="144062"/>
                </a:lnTo>
                <a:lnTo>
                  <a:pt x="41106" y="144062"/>
                </a:lnTo>
                <a:lnTo>
                  <a:pt x="41518" y="149160"/>
                </a:lnTo>
                <a:lnTo>
                  <a:pt x="41930" y="144062"/>
                </a:lnTo>
                <a:close/>
                <a:moveTo>
                  <a:pt x="52222" y="144062"/>
                </a:moveTo>
                <a:lnTo>
                  <a:pt x="52222" y="159105"/>
                </a:lnTo>
                <a:lnTo>
                  <a:pt x="50480" y="159105"/>
                </a:lnTo>
                <a:lnTo>
                  <a:pt x="50480" y="152676"/>
                </a:lnTo>
                <a:lnTo>
                  <a:pt x="49942" y="159105"/>
                </a:lnTo>
                <a:lnTo>
                  <a:pt x="48042" y="159105"/>
                </a:lnTo>
                <a:lnTo>
                  <a:pt x="47504" y="152676"/>
                </a:lnTo>
                <a:lnTo>
                  <a:pt x="47504" y="159105"/>
                </a:lnTo>
                <a:lnTo>
                  <a:pt x="45793" y="159105"/>
                </a:lnTo>
                <a:lnTo>
                  <a:pt x="45793" y="144062"/>
                </a:lnTo>
                <a:lnTo>
                  <a:pt x="48580" y="144062"/>
                </a:lnTo>
                <a:lnTo>
                  <a:pt x="48992" y="149160"/>
                </a:lnTo>
                <a:lnTo>
                  <a:pt x="49404" y="144062"/>
                </a:lnTo>
                <a:close/>
                <a:moveTo>
                  <a:pt x="59696" y="144062"/>
                </a:moveTo>
                <a:lnTo>
                  <a:pt x="59696" y="159105"/>
                </a:lnTo>
                <a:lnTo>
                  <a:pt x="57954" y="159105"/>
                </a:lnTo>
                <a:lnTo>
                  <a:pt x="57954" y="152676"/>
                </a:lnTo>
                <a:lnTo>
                  <a:pt x="57448" y="159105"/>
                </a:lnTo>
                <a:lnTo>
                  <a:pt x="55516" y="159105"/>
                </a:lnTo>
                <a:lnTo>
                  <a:pt x="54978" y="152676"/>
                </a:lnTo>
                <a:lnTo>
                  <a:pt x="54978" y="159105"/>
                </a:lnTo>
                <a:lnTo>
                  <a:pt x="53267" y="159105"/>
                </a:lnTo>
                <a:lnTo>
                  <a:pt x="53267" y="144062"/>
                </a:lnTo>
                <a:lnTo>
                  <a:pt x="56054" y="144062"/>
                </a:lnTo>
                <a:lnTo>
                  <a:pt x="56466" y="149160"/>
                </a:lnTo>
                <a:lnTo>
                  <a:pt x="56878" y="144062"/>
                </a:lnTo>
                <a:close/>
                <a:moveTo>
                  <a:pt x="67170" y="144062"/>
                </a:moveTo>
                <a:lnTo>
                  <a:pt x="67170" y="159105"/>
                </a:lnTo>
                <a:lnTo>
                  <a:pt x="65428" y="159105"/>
                </a:lnTo>
                <a:lnTo>
                  <a:pt x="65428" y="152676"/>
                </a:lnTo>
                <a:lnTo>
                  <a:pt x="64922" y="159105"/>
                </a:lnTo>
                <a:lnTo>
                  <a:pt x="62990" y="159105"/>
                </a:lnTo>
                <a:lnTo>
                  <a:pt x="62483" y="152676"/>
                </a:lnTo>
                <a:lnTo>
                  <a:pt x="62483" y="159105"/>
                </a:lnTo>
                <a:lnTo>
                  <a:pt x="60741" y="159105"/>
                </a:lnTo>
                <a:lnTo>
                  <a:pt x="60741" y="144062"/>
                </a:lnTo>
                <a:lnTo>
                  <a:pt x="63528" y="144062"/>
                </a:lnTo>
                <a:lnTo>
                  <a:pt x="63940" y="149160"/>
                </a:lnTo>
                <a:lnTo>
                  <a:pt x="64383" y="144062"/>
                </a:lnTo>
                <a:close/>
                <a:moveTo>
                  <a:pt x="74644" y="144062"/>
                </a:moveTo>
                <a:lnTo>
                  <a:pt x="74644" y="159105"/>
                </a:lnTo>
                <a:lnTo>
                  <a:pt x="72902" y="159105"/>
                </a:lnTo>
                <a:lnTo>
                  <a:pt x="72902" y="152676"/>
                </a:lnTo>
                <a:lnTo>
                  <a:pt x="72395" y="159105"/>
                </a:lnTo>
                <a:lnTo>
                  <a:pt x="70464" y="159105"/>
                </a:lnTo>
                <a:lnTo>
                  <a:pt x="69957" y="152676"/>
                </a:lnTo>
                <a:lnTo>
                  <a:pt x="69957" y="159105"/>
                </a:lnTo>
                <a:lnTo>
                  <a:pt x="68215" y="159105"/>
                </a:lnTo>
                <a:lnTo>
                  <a:pt x="68215" y="144062"/>
                </a:lnTo>
                <a:lnTo>
                  <a:pt x="71002" y="144062"/>
                </a:lnTo>
                <a:lnTo>
                  <a:pt x="71445" y="149160"/>
                </a:lnTo>
                <a:lnTo>
                  <a:pt x="71857" y="144062"/>
                </a:lnTo>
                <a:close/>
                <a:moveTo>
                  <a:pt x="82118" y="144062"/>
                </a:moveTo>
                <a:lnTo>
                  <a:pt x="82118" y="159105"/>
                </a:lnTo>
                <a:lnTo>
                  <a:pt x="80376" y="159105"/>
                </a:lnTo>
                <a:lnTo>
                  <a:pt x="80376" y="152676"/>
                </a:lnTo>
                <a:lnTo>
                  <a:pt x="79869" y="159105"/>
                </a:lnTo>
                <a:lnTo>
                  <a:pt x="77969" y="159105"/>
                </a:lnTo>
                <a:lnTo>
                  <a:pt x="77431" y="152676"/>
                </a:lnTo>
                <a:lnTo>
                  <a:pt x="77431" y="159105"/>
                </a:lnTo>
                <a:lnTo>
                  <a:pt x="75689" y="159105"/>
                </a:lnTo>
                <a:lnTo>
                  <a:pt x="75689" y="144062"/>
                </a:lnTo>
                <a:lnTo>
                  <a:pt x="78508" y="144062"/>
                </a:lnTo>
                <a:lnTo>
                  <a:pt x="78919" y="149160"/>
                </a:lnTo>
                <a:lnTo>
                  <a:pt x="79331" y="144062"/>
                </a:lnTo>
                <a:close/>
                <a:moveTo>
                  <a:pt x="89623" y="144062"/>
                </a:moveTo>
                <a:lnTo>
                  <a:pt x="89623" y="159105"/>
                </a:lnTo>
                <a:lnTo>
                  <a:pt x="87882" y="159105"/>
                </a:lnTo>
                <a:lnTo>
                  <a:pt x="87882" y="152676"/>
                </a:lnTo>
                <a:lnTo>
                  <a:pt x="87343" y="159105"/>
                </a:lnTo>
                <a:lnTo>
                  <a:pt x="85443" y="159105"/>
                </a:lnTo>
                <a:lnTo>
                  <a:pt x="84905" y="152676"/>
                </a:lnTo>
                <a:lnTo>
                  <a:pt x="84905" y="159105"/>
                </a:lnTo>
                <a:lnTo>
                  <a:pt x="83163" y="159105"/>
                </a:lnTo>
                <a:lnTo>
                  <a:pt x="83163" y="144062"/>
                </a:lnTo>
                <a:lnTo>
                  <a:pt x="85982" y="144062"/>
                </a:lnTo>
                <a:lnTo>
                  <a:pt x="86393" y="149160"/>
                </a:lnTo>
                <a:lnTo>
                  <a:pt x="86805" y="144062"/>
                </a:lnTo>
                <a:close/>
                <a:moveTo>
                  <a:pt x="97097" y="144062"/>
                </a:moveTo>
                <a:lnTo>
                  <a:pt x="97097" y="159105"/>
                </a:lnTo>
                <a:lnTo>
                  <a:pt x="95356" y="159105"/>
                </a:lnTo>
                <a:lnTo>
                  <a:pt x="95356" y="152676"/>
                </a:lnTo>
                <a:lnTo>
                  <a:pt x="94817" y="159105"/>
                </a:lnTo>
                <a:lnTo>
                  <a:pt x="92917" y="159105"/>
                </a:lnTo>
                <a:lnTo>
                  <a:pt x="92379" y="152676"/>
                </a:lnTo>
                <a:lnTo>
                  <a:pt x="92379" y="159105"/>
                </a:lnTo>
                <a:lnTo>
                  <a:pt x="90637" y="159105"/>
                </a:lnTo>
                <a:lnTo>
                  <a:pt x="90637" y="144062"/>
                </a:lnTo>
                <a:lnTo>
                  <a:pt x="93455" y="144062"/>
                </a:lnTo>
                <a:lnTo>
                  <a:pt x="93867" y="149160"/>
                </a:lnTo>
                <a:lnTo>
                  <a:pt x="94279" y="144062"/>
                </a:lnTo>
                <a:close/>
                <a:moveTo>
                  <a:pt x="104571" y="144062"/>
                </a:moveTo>
                <a:lnTo>
                  <a:pt x="104571" y="159105"/>
                </a:lnTo>
                <a:lnTo>
                  <a:pt x="102829" y="159105"/>
                </a:lnTo>
                <a:lnTo>
                  <a:pt x="102829" y="152676"/>
                </a:lnTo>
                <a:lnTo>
                  <a:pt x="102323" y="159105"/>
                </a:lnTo>
                <a:lnTo>
                  <a:pt x="100391" y="159105"/>
                </a:lnTo>
                <a:lnTo>
                  <a:pt x="99853" y="152676"/>
                </a:lnTo>
                <a:lnTo>
                  <a:pt x="99853" y="159105"/>
                </a:lnTo>
                <a:lnTo>
                  <a:pt x="98142" y="159105"/>
                </a:lnTo>
                <a:lnTo>
                  <a:pt x="98142" y="144062"/>
                </a:lnTo>
                <a:lnTo>
                  <a:pt x="100929" y="144062"/>
                </a:lnTo>
                <a:lnTo>
                  <a:pt x="101341" y="149160"/>
                </a:lnTo>
                <a:lnTo>
                  <a:pt x="101753" y="144062"/>
                </a:lnTo>
                <a:close/>
                <a:moveTo>
                  <a:pt x="112045" y="144062"/>
                </a:moveTo>
                <a:lnTo>
                  <a:pt x="112045" y="159105"/>
                </a:lnTo>
                <a:lnTo>
                  <a:pt x="110303" y="159105"/>
                </a:lnTo>
                <a:lnTo>
                  <a:pt x="110303" y="152676"/>
                </a:lnTo>
                <a:lnTo>
                  <a:pt x="109797" y="159105"/>
                </a:lnTo>
                <a:lnTo>
                  <a:pt x="107865" y="159105"/>
                </a:lnTo>
                <a:lnTo>
                  <a:pt x="107358" y="152676"/>
                </a:lnTo>
                <a:lnTo>
                  <a:pt x="107358" y="159105"/>
                </a:lnTo>
                <a:lnTo>
                  <a:pt x="105616" y="159105"/>
                </a:lnTo>
                <a:lnTo>
                  <a:pt x="105616" y="144062"/>
                </a:lnTo>
                <a:lnTo>
                  <a:pt x="108403" y="144062"/>
                </a:lnTo>
                <a:lnTo>
                  <a:pt x="108815" y="149160"/>
                </a:lnTo>
                <a:lnTo>
                  <a:pt x="109258" y="144062"/>
                </a:lnTo>
                <a:close/>
                <a:moveTo>
                  <a:pt x="119519" y="144062"/>
                </a:moveTo>
                <a:lnTo>
                  <a:pt x="119519" y="159105"/>
                </a:lnTo>
                <a:lnTo>
                  <a:pt x="117777" y="159105"/>
                </a:lnTo>
                <a:lnTo>
                  <a:pt x="117777" y="152676"/>
                </a:lnTo>
                <a:lnTo>
                  <a:pt x="117271" y="159105"/>
                </a:lnTo>
                <a:lnTo>
                  <a:pt x="115339" y="159105"/>
                </a:lnTo>
                <a:lnTo>
                  <a:pt x="114832" y="152676"/>
                </a:lnTo>
                <a:lnTo>
                  <a:pt x="114832" y="159105"/>
                </a:lnTo>
                <a:lnTo>
                  <a:pt x="113090" y="159105"/>
                </a:lnTo>
                <a:lnTo>
                  <a:pt x="113090" y="144062"/>
                </a:lnTo>
                <a:lnTo>
                  <a:pt x="115877" y="144062"/>
                </a:lnTo>
                <a:lnTo>
                  <a:pt x="116320" y="149160"/>
                </a:lnTo>
                <a:lnTo>
                  <a:pt x="116732" y="144062"/>
                </a:lnTo>
                <a:close/>
                <a:moveTo>
                  <a:pt x="126993" y="144062"/>
                </a:moveTo>
                <a:lnTo>
                  <a:pt x="126993" y="159105"/>
                </a:lnTo>
                <a:lnTo>
                  <a:pt x="125283" y="159105"/>
                </a:lnTo>
                <a:lnTo>
                  <a:pt x="125283" y="152676"/>
                </a:lnTo>
                <a:lnTo>
                  <a:pt x="124744" y="159105"/>
                </a:lnTo>
                <a:lnTo>
                  <a:pt x="122813" y="159105"/>
                </a:lnTo>
                <a:lnTo>
                  <a:pt x="122306" y="152676"/>
                </a:lnTo>
                <a:lnTo>
                  <a:pt x="122306" y="159105"/>
                </a:lnTo>
                <a:lnTo>
                  <a:pt x="120564" y="159105"/>
                </a:lnTo>
                <a:lnTo>
                  <a:pt x="120564" y="144062"/>
                </a:lnTo>
                <a:lnTo>
                  <a:pt x="123351" y="144062"/>
                </a:lnTo>
                <a:lnTo>
                  <a:pt x="123794" y="149160"/>
                </a:lnTo>
                <a:lnTo>
                  <a:pt x="124206" y="144062"/>
                </a:lnTo>
                <a:close/>
                <a:moveTo>
                  <a:pt x="134467" y="144062"/>
                </a:moveTo>
                <a:lnTo>
                  <a:pt x="134467" y="159105"/>
                </a:lnTo>
                <a:lnTo>
                  <a:pt x="132757" y="159105"/>
                </a:lnTo>
                <a:lnTo>
                  <a:pt x="132757" y="152676"/>
                </a:lnTo>
                <a:lnTo>
                  <a:pt x="132218" y="159105"/>
                </a:lnTo>
                <a:lnTo>
                  <a:pt x="130318" y="159105"/>
                </a:lnTo>
                <a:lnTo>
                  <a:pt x="129780" y="152676"/>
                </a:lnTo>
                <a:lnTo>
                  <a:pt x="129780" y="159105"/>
                </a:lnTo>
                <a:lnTo>
                  <a:pt x="128038" y="159105"/>
                </a:lnTo>
                <a:lnTo>
                  <a:pt x="128038" y="144062"/>
                </a:lnTo>
                <a:lnTo>
                  <a:pt x="130857" y="144062"/>
                </a:lnTo>
                <a:lnTo>
                  <a:pt x="131268" y="149160"/>
                </a:lnTo>
                <a:lnTo>
                  <a:pt x="131680" y="144062"/>
                </a:lnTo>
                <a:close/>
                <a:moveTo>
                  <a:pt x="141941" y="144062"/>
                </a:moveTo>
                <a:lnTo>
                  <a:pt x="141941" y="159105"/>
                </a:lnTo>
                <a:lnTo>
                  <a:pt x="140231" y="159105"/>
                </a:lnTo>
                <a:lnTo>
                  <a:pt x="140231" y="152676"/>
                </a:lnTo>
                <a:lnTo>
                  <a:pt x="139692" y="159105"/>
                </a:lnTo>
                <a:lnTo>
                  <a:pt x="137792" y="159105"/>
                </a:lnTo>
                <a:lnTo>
                  <a:pt x="137254" y="152676"/>
                </a:lnTo>
                <a:lnTo>
                  <a:pt x="137254" y="159105"/>
                </a:lnTo>
                <a:lnTo>
                  <a:pt x="135512" y="159105"/>
                </a:lnTo>
                <a:lnTo>
                  <a:pt x="135512" y="144062"/>
                </a:lnTo>
                <a:lnTo>
                  <a:pt x="138330" y="144062"/>
                </a:lnTo>
                <a:lnTo>
                  <a:pt x="138742" y="149160"/>
                </a:lnTo>
                <a:lnTo>
                  <a:pt x="139154" y="144062"/>
                </a:lnTo>
                <a:close/>
                <a:moveTo>
                  <a:pt x="149446" y="144062"/>
                </a:moveTo>
                <a:lnTo>
                  <a:pt x="149446" y="159105"/>
                </a:lnTo>
                <a:lnTo>
                  <a:pt x="147705" y="159105"/>
                </a:lnTo>
                <a:lnTo>
                  <a:pt x="147705" y="152676"/>
                </a:lnTo>
                <a:lnTo>
                  <a:pt x="147166" y="159105"/>
                </a:lnTo>
                <a:lnTo>
                  <a:pt x="145266" y="159105"/>
                </a:lnTo>
                <a:lnTo>
                  <a:pt x="144728" y="152676"/>
                </a:lnTo>
                <a:lnTo>
                  <a:pt x="144728" y="159105"/>
                </a:lnTo>
                <a:lnTo>
                  <a:pt x="142986" y="159105"/>
                </a:lnTo>
                <a:lnTo>
                  <a:pt x="142986" y="144062"/>
                </a:lnTo>
                <a:lnTo>
                  <a:pt x="145804" y="144062"/>
                </a:lnTo>
                <a:lnTo>
                  <a:pt x="146216" y="149160"/>
                </a:lnTo>
                <a:lnTo>
                  <a:pt x="146628" y="144062"/>
                </a:lnTo>
                <a:close/>
                <a:moveTo>
                  <a:pt x="156920" y="144062"/>
                </a:moveTo>
                <a:lnTo>
                  <a:pt x="156920" y="159105"/>
                </a:lnTo>
                <a:lnTo>
                  <a:pt x="155178" y="159105"/>
                </a:lnTo>
                <a:lnTo>
                  <a:pt x="155178" y="152676"/>
                </a:lnTo>
                <a:lnTo>
                  <a:pt x="154640" y="159105"/>
                </a:lnTo>
                <a:lnTo>
                  <a:pt x="152740" y="159105"/>
                </a:lnTo>
                <a:lnTo>
                  <a:pt x="152233" y="152676"/>
                </a:lnTo>
                <a:lnTo>
                  <a:pt x="152233" y="159105"/>
                </a:lnTo>
                <a:lnTo>
                  <a:pt x="150491" y="159105"/>
                </a:lnTo>
                <a:lnTo>
                  <a:pt x="150491" y="144062"/>
                </a:lnTo>
                <a:lnTo>
                  <a:pt x="153278" y="144062"/>
                </a:lnTo>
                <a:lnTo>
                  <a:pt x="153690" y="149160"/>
                </a:lnTo>
                <a:lnTo>
                  <a:pt x="154133" y="144062"/>
                </a:lnTo>
                <a:close/>
                <a:moveTo>
                  <a:pt x="164394" y="144062"/>
                </a:moveTo>
                <a:lnTo>
                  <a:pt x="164394" y="159105"/>
                </a:lnTo>
                <a:lnTo>
                  <a:pt x="162652" y="159105"/>
                </a:lnTo>
                <a:lnTo>
                  <a:pt x="162652" y="152676"/>
                </a:lnTo>
                <a:lnTo>
                  <a:pt x="162146" y="159105"/>
                </a:lnTo>
                <a:lnTo>
                  <a:pt x="160214" y="159105"/>
                </a:lnTo>
                <a:lnTo>
                  <a:pt x="159707" y="152676"/>
                </a:lnTo>
                <a:lnTo>
                  <a:pt x="159707" y="159105"/>
                </a:lnTo>
                <a:lnTo>
                  <a:pt x="157965" y="159105"/>
                </a:lnTo>
                <a:lnTo>
                  <a:pt x="157965" y="144062"/>
                </a:lnTo>
                <a:lnTo>
                  <a:pt x="160752" y="144062"/>
                </a:lnTo>
                <a:lnTo>
                  <a:pt x="161164" y="149160"/>
                </a:lnTo>
                <a:lnTo>
                  <a:pt x="161607" y="144062"/>
                </a:lnTo>
                <a:close/>
                <a:moveTo>
                  <a:pt x="171868" y="144062"/>
                </a:moveTo>
                <a:lnTo>
                  <a:pt x="171868" y="159105"/>
                </a:lnTo>
                <a:lnTo>
                  <a:pt x="170126" y="159105"/>
                </a:lnTo>
                <a:lnTo>
                  <a:pt x="170126" y="152676"/>
                </a:lnTo>
                <a:lnTo>
                  <a:pt x="169620" y="159105"/>
                </a:lnTo>
                <a:lnTo>
                  <a:pt x="167688" y="159105"/>
                </a:lnTo>
                <a:lnTo>
                  <a:pt x="167181" y="152676"/>
                </a:lnTo>
                <a:lnTo>
                  <a:pt x="167181" y="159105"/>
                </a:lnTo>
                <a:lnTo>
                  <a:pt x="165439" y="159105"/>
                </a:lnTo>
                <a:lnTo>
                  <a:pt x="165439" y="144062"/>
                </a:lnTo>
                <a:lnTo>
                  <a:pt x="168226" y="144062"/>
                </a:lnTo>
                <a:lnTo>
                  <a:pt x="168638" y="149160"/>
                </a:lnTo>
                <a:lnTo>
                  <a:pt x="169081" y="144062"/>
                </a:lnTo>
                <a:close/>
                <a:moveTo>
                  <a:pt x="179342" y="144062"/>
                </a:moveTo>
                <a:lnTo>
                  <a:pt x="179342" y="159105"/>
                </a:lnTo>
                <a:lnTo>
                  <a:pt x="177600" y="159105"/>
                </a:lnTo>
                <a:lnTo>
                  <a:pt x="177600" y="152676"/>
                </a:lnTo>
                <a:lnTo>
                  <a:pt x="177093" y="159105"/>
                </a:lnTo>
                <a:lnTo>
                  <a:pt x="175193" y="159105"/>
                </a:lnTo>
                <a:lnTo>
                  <a:pt x="174655" y="152676"/>
                </a:lnTo>
                <a:lnTo>
                  <a:pt x="174655" y="159105"/>
                </a:lnTo>
                <a:lnTo>
                  <a:pt x="172913" y="159105"/>
                </a:lnTo>
                <a:lnTo>
                  <a:pt x="172913" y="144062"/>
                </a:lnTo>
                <a:lnTo>
                  <a:pt x="175732" y="144062"/>
                </a:lnTo>
                <a:lnTo>
                  <a:pt x="176143" y="149160"/>
                </a:lnTo>
                <a:lnTo>
                  <a:pt x="176555" y="144062"/>
                </a:lnTo>
                <a:close/>
                <a:moveTo>
                  <a:pt x="186816" y="144062"/>
                </a:moveTo>
                <a:lnTo>
                  <a:pt x="186816" y="159105"/>
                </a:lnTo>
                <a:lnTo>
                  <a:pt x="185106" y="159105"/>
                </a:lnTo>
                <a:lnTo>
                  <a:pt x="185106" y="152676"/>
                </a:lnTo>
                <a:lnTo>
                  <a:pt x="184567" y="159105"/>
                </a:lnTo>
                <a:lnTo>
                  <a:pt x="182667" y="159105"/>
                </a:lnTo>
                <a:lnTo>
                  <a:pt x="182129" y="152676"/>
                </a:lnTo>
                <a:lnTo>
                  <a:pt x="182129" y="159105"/>
                </a:lnTo>
                <a:lnTo>
                  <a:pt x="180387" y="159105"/>
                </a:lnTo>
                <a:lnTo>
                  <a:pt x="180387" y="144062"/>
                </a:lnTo>
                <a:lnTo>
                  <a:pt x="183206" y="144062"/>
                </a:lnTo>
                <a:lnTo>
                  <a:pt x="183617" y="149160"/>
                </a:lnTo>
                <a:lnTo>
                  <a:pt x="184029" y="144062"/>
                </a:lnTo>
                <a:close/>
                <a:moveTo>
                  <a:pt x="194321" y="144062"/>
                </a:moveTo>
                <a:lnTo>
                  <a:pt x="194321" y="159105"/>
                </a:lnTo>
                <a:lnTo>
                  <a:pt x="192580" y="159105"/>
                </a:lnTo>
                <a:lnTo>
                  <a:pt x="192580" y="152676"/>
                </a:lnTo>
                <a:lnTo>
                  <a:pt x="192041" y="159105"/>
                </a:lnTo>
                <a:lnTo>
                  <a:pt x="190141" y="159105"/>
                </a:lnTo>
                <a:lnTo>
                  <a:pt x="189603" y="152676"/>
                </a:lnTo>
                <a:lnTo>
                  <a:pt x="189603" y="159105"/>
                </a:lnTo>
                <a:lnTo>
                  <a:pt x="187861" y="159105"/>
                </a:lnTo>
                <a:lnTo>
                  <a:pt x="187861" y="144062"/>
                </a:lnTo>
                <a:lnTo>
                  <a:pt x="190679" y="144062"/>
                </a:lnTo>
                <a:lnTo>
                  <a:pt x="191091" y="149160"/>
                </a:lnTo>
                <a:lnTo>
                  <a:pt x="191503" y="144062"/>
                </a:lnTo>
                <a:close/>
                <a:moveTo>
                  <a:pt x="201795" y="144062"/>
                </a:moveTo>
                <a:lnTo>
                  <a:pt x="201795" y="159105"/>
                </a:lnTo>
                <a:lnTo>
                  <a:pt x="200054" y="159105"/>
                </a:lnTo>
                <a:lnTo>
                  <a:pt x="200054" y="152676"/>
                </a:lnTo>
                <a:lnTo>
                  <a:pt x="199515" y="159105"/>
                </a:lnTo>
                <a:lnTo>
                  <a:pt x="197615" y="159105"/>
                </a:lnTo>
                <a:lnTo>
                  <a:pt x="197077" y="152676"/>
                </a:lnTo>
                <a:lnTo>
                  <a:pt x="197077" y="159105"/>
                </a:lnTo>
                <a:lnTo>
                  <a:pt x="195366" y="159105"/>
                </a:lnTo>
                <a:lnTo>
                  <a:pt x="195366" y="144062"/>
                </a:lnTo>
                <a:lnTo>
                  <a:pt x="198153" y="144062"/>
                </a:lnTo>
                <a:lnTo>
                  <a:pt x="198565" y="149160"/>
                </a:lnTo>
                <a:lnTo>
                  <a:pt x="198977" y="144062"/>
                </a:lnTo>
                <a:close/>
                <a:moveTo>
                  <a:pt x="209269" y="144062"/>
                </a:moveTo>
                <a:lnTo>
                  <a:pt x="209269" y="159105"/>
                </a:lnTo>
                <a:lnTo>
                  <a:pt x="207527" y="159105"/>
                </a:lnTo>
                <a:lnTo>
                  <a:pt x="207527" y="152676"/>
                </a:lnTo>
                <a:lnTo>
                  <a:pt x="207021" y="159105"/>
                </a:lnTo>
                <a:lnTo>
                  <a:pt x="205089" y="159105"/>
                </a:lnTo>
                <a:lnTo>
                  <a:pt x="204582" y="152676"/>
                </a:lnTo>
                <a:lnTo>
                  <a:pt x="204582" y="159105"/>
                </a:lnTo>
                <a:lnTo>
                  <a:pt x="202840" y="159105"/>
                </a:lnTo>
                <a:lnTo>
                  <a:pt x="202840" y="144062"/>
                </a:lnTo>
                <a:lnTo>
                  <a:pt x="205627" y="144062"/>
                </a:lnTo>
                <a:lnTo>
                  <a:pt x="206039" y="149160"/>
                </a:lnTo>
                <a:lnTo>
                  <a:pt x="206451" y="144062"/>
                </a:lnTo>
                <a:close/>
                <a:moveTo>
                  <a:pt x="216743" y="144062"/>
                </a:moveTo>
                <a:lnTo>
                  <a:pt x="216743" y="159105"/>
                </a:lnTo>
                <a:lnTo>
                  <a:pt x="215001" y="159105"/>
                </a:lnTo>
                <a:lnTo>
                  <a:pt x="215001" y="152676"/>
                </a:lnTo>
                <a:lnTo>
                  <a:pt x="214495" y="159105"/>
                </a:lnTo>
                <a:lnTo>
                  <a:pt x="212563" y="159105"/>
                </a:lnTo>
                <a:lnTo>
                  <a:pt x="212056" y="152676"/>
                </a:lnTo>
                <a:lnTo>
                  <a:pt x="212056" y="159105"/>
                </a:lnTo>
                <a:lnTo>
                  <a:pt x="210314" y="159105"/>
                </a:lnTo>
                <a:lnTo>
                  <a:pt x="210314" y="144062"/>
                </a:lnTo>
                <a:lnTo>
                  <a:pt x="213101" y="144062"/>
                </a:lnTo>
                <a:lnTo>
                  <a:pt x="213513" y="149160"/>
                </a:lnTo>
                <a:lnTo>
                  <a:pt x="213956" y="144062"/>
                </a:lnTo>
                <a:close/>
                <a:moveTo>
                  <a:pt x="224217" y="144062"/>
                </a:moveTo>
                <a:lnTo>
                  <a:pt x="224217" y="159105"/>
                </a:lnTo>
                <a:lnTo>
                  <a:pt x="222475" y="159105"/>
                </a:lnTo>
                <a:lnTo>
                  <a:pt x="222475" y="152676"/>
                </a:lnTo>
                <a:lnTo>
                  <a:pt x="221969" y="159105"/>
                </a:lnTo>
                <a:lnTo>
                  <a:pt x="220037" y="159105"/>
                </a:lnTo>
                <a:lnTo>
                  <a:pt x="219530" y="152676"/>
                </a:lnTo>
                <a:lnTo>
                  <a:pt x="219530" y="159105"/>
                </a:lnTo>
                <a:lnTo>
                  <a:pt x="217788" y="159105"/>
                </a:lnTo>
                <a:lnTo>
                  <a:pt x="217788" y="144062"/>
                </a:lnTo>
                <a:lnTo>
                  <a:pt x="220575" y="144062"/>
                </a:lnTo>
                <a:lnTo>
                  <a:pt x="221018" y="149160"/>
                </a:lnTo>
                <a:lnTo>
                  <a:pt x="221430" y="144062"/>
                </a:lnTo>
                <a:close/>
                <a:moveTo>
                  <a:pt x="231691" y="144062"/>
                </a:moveTo>
                <a:lnTo>
                  <a:pt x="231691" y="159105"/>
                </a:lnTo>
                <a:lnTo>
                  <a:pt x="229981" y="159105"/>
                </a:lnTo>
                <a:lnTo>
                  <a:pt x="229981" y="152676"/>
                </a:lnTo>
                <a:lnTo>
                  <a:pt x="229442" y="159105"/>
                </a:lnTo>
                <a:lnTo>
                  <a:pt x="227542" y="159105"/>
                </a:lnTo>
                <a:lnTo>
                  <a:pt x="227004" y="152676"/>
                </a:lnTo>
                <a:lnTo>
                  <a:pt x="227004" y="159105"/>
                </a:lnTo>
                <a:lnTo>
                  <a:pt x="225262" y="159105"/>
                </a:lnTo>
                <a:lnTo>
                  <a:pt x="225262" y="144062"/>
                </a:lnTo>
                <a:lnTo>
                  <a:pt x="228049" y="144062"/>
                </a:lnTo>
                <a:lnTo>
                  <a:pt x="228492" y="149160"/>
                </a:lnTo>
                <a:lnTo>
                  <a:pt x="228904" y="144062"/>
                </a:lnTo>
                <a:close/>
                <a:moveTo>
                  <a:pt x="239165" y="144062"/>
                </a:moveTo>
                <a:lnTo>
                  <a:pt x="239165" y="159105"/>
                </a:lnTo>
                <a:lnTo>
                  <a:pt x="237455" y="159105"/>
                </a:lnTo>
                <a:lnTo>
                  <a:pt x="237455" y="152676"/>
                </a:lnTo>
                <a:lnTo>
                  <a:pt x="236916" y="159105"/>
                </a:lnTo>
                <a:lnTo>
                  <a:pt x="235016" y="159105"/>
                </a:lnTo>
                <a:lnTo>
                  <a:pt x="234478" y="152676"/>
                </a:lnTo>
                <a:lnTo>
                  <a:pt x="234478" y="159105"/>
                </a:lnTo>
                <a:lnTo>
                  <a:pt x="232736" y="159105"/>
                </a:lnTo>
                <a:lnTo>
                  <a:pt x="232736" y="144062"/>
                </a:lnTo>
                <a:lnTo>
                  <a:pt x="235555" y="144062"/>
                </a:lnTo>
                <a:lnTo>
                  <a:pt x="235966" y="149160"/>
                </a:lnTo>
                <a:lnTo>
                  <a:pt x="236378" y="144062"/>
                </a:lnTo>
                <a:close/>
                <a:moveTo>
                  <a:pt x="246670" y="144062"/>
                </a:moveTo>
                <a:lnTo>
                  <a:pt x="246670" y="159105"/>
                </a:lnTo>
                <a:lnTo>
                  <a:pt x="244929" y="159105"/>
                </a:lnTo>
                <a:lnTo>
                  <a:pt x="244929" y="152676"/>
                </a:lnTo>
                <a:lnTo>
                  <a:pt x="244390" y="159105"/>
                </a:lnTo>
                <a:lnTo>
                  <a:pt x="242490" y="159105"/>
                </a:lnTo>
                <a:lnTo>
                  <a:pt x="241952" y="152676"/>
                </a:lnTo>
                <a:lnTo>
                  <a:pt x="241952" y="159105"/>
                </a:lnTo>
                <a:lnTo>
                  <a:pt x="240242" y="159105"/>
                </a:lnTo>
                <a:lnTo>
                  <a:pt x="240242" y="144062"/>
                </a:lnTo>
                <a:lnTo>
                  <a:pt x="243028" y="144062"/>
                </a:lnTo>
                <a:lnTo>
                  <a:pt x="243440" y="149160"/>
                </a:lnTo>
                <a:lnTo>
                  <a:pt x="243852" y="144062"/>
                </a:lnTo>
                <a:close/>
                <a:moveTo>
                  <a:pt x="254144" y="144062"/>
                </a:moveTo>
                <a:lnTo>
                  <a:pt x="254144" y="159105"/>
                </a:lnTo>
                <a:lnTo>
                  <a:pt x="252402" y="159105"/>
                </a:lnTo>
                <a:lnTo>
                  <a:pt x="252402" y="152676"/>
                </a:lnTo>
                <a:lnTo>
                  <a:pt x="251864" y="159105"/>
                </a:lnTo>
                <a:lnTo>
                  <a:pt x="249964" y="159105"/>
                </a:lnTo>
                <a:lnTo>
                  <a:pt x="249426" y="152676"/>
                </a:lnTo>
                <a:lnTo>
                  <a:pt x="249426" y="159105"/>
                </a:lnTo>
                <a:lnTo>
                  <a:pt x="247715" y="159105"/>
                </a:lnTo>
                <a:lnTo>
                  <a:pt x="247715" y="144062"/>
                </a:lnTo>
                <a:lnTo>
                  <a:pt x="250502" y="144062"/>
                </a:lnTo>
                <a:lnTo>
                  <a:pt x="250914" y="149160"/>
                </a:lnTo>
                <a:lnTo>
                  <a:pt x="251326" y="144062"/>
                </a:lnTo>
                <a:close/>
                <a:moveTo>
                  <a:pt x="261618" y="144062"/>
                </a:moveTo>
                <a:lnTo>
                  <a:pt x="261618" y="159105"/>
                </a:lnTo>
                <a:lnTo>
                  <a:pt x="259876" y="159105"/>
                </a:lnTo>
                <a:lnTo>
                  <a:pt x="259876" y="152676"/>
                </a:lnTo>
                <a:lnTo>
                  <a:pt x="259338" y="159105"/>
                </a:lnTo>
                <a:lnTo>
                  <a:pt x="257438" y="159105"/>
                </a:lnTo>
                <a:lnTo>
                  <a:pt x="256899" y="152676"/>
                </a:lnTo>
                <a:lnTo>
                  <a:pt x="256899" y="159105"/>
                </a:lnTo>
                <a:lnTo>
                  <a:pt x="255189" y="159105"/>
                </a:lnTo>
                <a:lnTo>
                  <a:pt x="255189" y="144062"/>
                </a:lnTo>
                <a:lnTo>
                  <a:pt x="257976" y="144062"/>
                </a:lnTo>
                <a:lnTo>
                  <a:pt x="258388" y="149160"/>
                </a:lnTo>
                <a:lnTo>
                  <a:pt x="258831" y="144062"/>
                </a:lnTo>
                <a:close/>
                <a:moveTo>
                  <a:pt x="269092" y="144062"/>
                </a:moveTo>
                <a:lnTo>
                  <a:pt x="269092" y="159105"/>
                </a:lnTo>
                <a:lnTo>
                  <a:pt x="267350" y="159105"/>
                </a:lnTo>
                <a:lnTo>
                  <a:pt x="267350" y="152676"/>
                </a:lnTo>
                <a:lnTo>
                  <a:pt x="266844" y="159105"/>
                </a:lnTo>
                <a:lnTo>
                  <a:pt x="264912" y="159105"/>
                </a:lnTo>
                <a:lnTo>
                  <a:pt x="264405" y="152676"/>
                </a:lnTo>
                <a:lnTo>
                  <a:pt x="264405" y="159105"/>
                </a:lnTo>
                <a:lnTo>
                  <a:pt x="262663" y="159105"/>
                </a:lnTo>
                <a:lnTo>
                  <a:pt x="262663" y="144062"/>
                </a:lnTo>
                <a:lnTo>
                  <a:pt x="265450" y="144062"/>
                </a:lnTo>
                <a:lnTo>
                  <a:pt x="265862" y="149160"/>
                </a:lnTo>
                <a:lnTo>
                  <a:pt x="266305" y="144062"/>
                </a:lnTo>
                <a:close/>
                <a:moveTo>
                  <a:pt x="276566" y="144062"/>
                </a:moveTo>
                <a:lnTo>
                  <a:pt x="276566" y="159105"/>
                </a:lnTo>
                <a:lnTo>
                  <a:pt x="274824" y="159105"/>
                </a:lnTo>
                <a:lnTo>
                  <a:pt x="274824" y="152676"/>
                </a:lnTo>
                <a:lnTo>
                  <a:pt x="274317" y="159105"/>
                </a:lnTo>
                <a:lnTo>
                  <a:pt x="272386" y="159105"/>
                </a:lnTo>
                <a:lnTo>
                  <a:pt x="271879" y="152676"/>
                </a:lnTo>
                <a:lnTo>
                  <a:pt x="271879" y="159105"/>
                </a:lnTo>
                <a:lnTo>
                  <a:pt x="270137" y="159105"/>
                </a:lnTo>
                <a:lnTo>
                  <a:pt x="270137" y="144062"/>
                </a:lnTo>
                <a:lnTo>
                  <a:pt x="272924" y="144062"/>
                </a:lnTo>
                <a:lnTo>
                  <a:pt x="273367" y="149160"/>
                </a:lnTo>
                <a:lnTo>
                  <a:pt x="273779" y="144062"/>
                </a:lnTo>
                <a:close/>
                <a:moveTo>
                  <a:pt x="284040" y="144062"/>
                </a:moveTo>
                <a:lnTo>
                  <a:pt x="284040" y="159105"/>
                </a:lnTo>
                <a:lnTo>
                  <a:pt x="282298" y="159105"/>
                </a:lnTo>
                <a:lnTo>
                  <a:pt x="282298" y="152676"/>
                </a:lnTo>
                <a:lnTo>
                  <a:pt x="281791" y="159105"/>
                </a:lnTo>
                <a:lnTo>
                  <a:pt x="279860" y="159105"/>
                </a:lnTo>
                <a:lnTo>
                  <a:pt x="279353" y="152676"/>
                </a:lnTo>
                <a:lnTo>
                  <a:pt x="279353" y="159105"/>
                </a:lnTo>
                <a:lnTo>
                  <a:pt x="277611" y="159105"/>
                </a:lnTo>
                <a:lnTo>
                  <a:pt x="277611" y="144062"/>
                </a:lnTo>
                <a:lnTo>
                  <a:pt x="280430" y="144062"/>
                </a:lnTo>
                <a:lnTo>
                  <a:pt x="280841" y="149160"/>
                </a:lnTo>
                <a:lnTo>
                  <a:pt x="281253" y="144062"/>
                </a:lnTo>
                <a:close/>
                <a:moveTo>
                  <a:pt x="0" y="0"/>
                </a:moveTo>
                <a:lnTo>
                  <a:pt x="0" y="160340"/>
                </a:lnTo>
                <a:lnTo>
                  <a:pt x="285022" y="160340"/>
                </a:lnTo>
                <a:lnTo>
                  <a:pt x="285022" y="0"/>
                </a:ln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 Narrow"/>
              <a:buNone/>
            </a:pPr>
            <a:endParaRPr sz="2267" b="1">
              <a:solidFill>
                <a:schemeClr val="lt1"/>
              </a:solidFill>
            </a:endParaRPr>
          </a:p>
        </p:txBody>
      </p:sp>
      <p:sp>
        <p:nvSpPr>
          <p:cNvPr id="1933" name="Google Shape;1933;p39"/>
          <p:cNvSpPr txBox="1">
            <a:spLocks noGrp="1"/>
          </p:cNvSpPr>
          <p:nvPr>
            <p:ph type="title"/>
          </p:nvPr>
        </p:nvSpPr>
        <p:spPr>
          <a:xfrm>
            <a:off x="3382067" y="3176450"/>
            <a:ext cx="5383200" cy="517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-15239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 Narrow"/>
              <a:buNone/>
              <a:defRPr sz="2400" b="1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 Narrow"/>
              <a:buNone/>
              <a:defRPr sz="2400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 Narrow"/>
              <a:buNone/>
              <a:defRPr sz="2400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 Narrow"/>
              <a:buNone/>
              <a:defRPr sz="2400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 Narrow"/>
              <a:buNone/>
              <a:defRPr sz="2400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 Narrow"/>
              <a:buNone/>
              <a:defRPr sz="2400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 Narrow"/>
              <a:buNone/>
              <a:defRPr sz="2400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 Narrow"/>
              <a:buNone/>
              <a:defRPr sz="2400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 Narrow"/>
              <a:buNone/>
              <a:defRPr sz="2400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1210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06A2C8-7696-9724-9566-42FA1CFB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6C10F-AE4C-AA3F-0ECA-37C2A956D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D9934-F5C6-1039-9246-3A194BAB2E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A4700-EA2A-5294-7A61-FDCBEDD19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C6191-CEBC-5D6C-464F-49E78FB13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7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G"/><Relationship Id="rId3" Type="http://schemas.openxmlformats.org/officeDocument/2006/relationships/image" Target="../media/image6.jpeg"/><Relationship Id="rId7" Type="http://schemas.openxmlformats.org/officeDocument/2006/relationships/image" Target="../media/image10.JPG"/><Relationship Id="rId12" Type="http://schemas.openxmlformats.org/officeDocument/2006/relationships/image" Target="../media/image15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11" Type="http://schemas.openxmlformats.org/officeDocument/2006/relationships/image" Target="../media/image14.JPG"/><Relationship Id="rId5" Type="http://schemas.openxmlformats.org/officeDocument/2006/relationships/image" Target="../media/image8.jpeg"/><Relationship Id="rId15" Type="http://schemas.openxmlformats.org/officeDocument/2006/relationships/image" Target="../media/image18.jpeg"/><Relationship Id="rId10" Type="http://schemas.openxmlformats.org/officeDocument/2006/relationships/image" Target="../media/image13.JPG"/><Relationship Id="rId4" Type="http://schemas.openxmlformats.org/officeDocument/2006/relationships/image" Target="../media/image7.jpeg"/><Relationship Id="rId9" Type="http://schemas.openxmlformats.org/officeDocument/2006/relationships/image" Target="../media/image12.JPG"/><Relationship Id="rId14" Type="http://schemas.openxmlformats.org/officeDocument/2006/relationships/image" Target="../media/image1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"/><Relationship Id="rId2" Type="http://schemas.openxmlformats.org/officeDocument/2006/relationships/image" Target="../media/image19.t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"/><Relationship Id="rId2" Type="http://schemas.openxmlformats.org/officeDocument/2006/relationships/image" Target="../media/image19.t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4">
          <a:extLst>
            <a:ext uri="{FF2B5EF4-FFF2-40B4-BE49-F238E27FC236}">
              <a16:creationId xmlns:a16="http://schemas.microsoft.com/office/drawing/2014/main" id="{F728FF1A-583A-AFE4-FED8-66E84B386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177;p158">
            <a:extLst>
              <a:ext uri="{FF2B5EF4-FFF2-40B4-BE49-F238E27FC236}">
                <a16:creationId xmlns:a16="http://schemas.microsoft.com/office/drawing/2014/main" id="{896EEEB5-7EDC-FD51-034F-6A2CD57C6A37}"/>
              </a:ext>
            </a:extLst>
          </p:cNvPr>
          <p:cNvSpPr txBox="1">
            <a:spLocks/>
          </p:cNvSpPr>
          <p:nvPr/>
        </p:nvSpPr>
        <p:spPr>
          <a:xfrm>
            <a:off x="3212131" y="1569356"/>
            <a:ext cx="8122053" cy="371928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000"/>
              </a:lnSpc>
            </a:pPr>
            <a:r>
              <a:rPr lang="en-GB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Introduction to bulk RNA-seq analysis</a:t>
            </a:r>
          </a:p>
          <a:p>
            <a:pPr>
              <a:lnSpc>
                <a:spcPct val="114000"/>
              </a:lnSpc>
            </a:pPr>
            <a:r>
              <a:rPr lang="en-GB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Monash Malaysia workshop</a:t>
            </a:r>
          </a:p>
          <a:p>
            <a:pPr>
              <a:lnSpc>
                <a:spcPct val="114000"/>
              </a:lnSpc>
            </a:pPr>
            <a:r>
              <a:rPr lang="en-GB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December 2026</a:t>
            </a:r>
          </a:p>
          <a:p>
            <a:pPr>
              <a:lnSpc>
                <a:spcPct val="114000"/>
              </a:lnSpc>
            </a:pPr>
            <a:endParaRPr lang="en-GB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14000"/>
              </a:lnSpc>
            </a:pPr>
            <a:endParaRPr lang="en-GB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14000"/>
              </a:lnSpc>
            </a:pPr>
            <a:endParaRPr lang="en-GB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14000"/>
              </a:lnSpc>
            </a:pPr>
            <a:r>
              <a:rPr lang="en-GB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Stephanie Studniberg</a:t>
            </a:r>
          </a:p>
          <a:p>
            <a:pPr>
              <a:lnSpc>
                <a:spcPct val="114000"/>
              </a:lnSpc>
            </a:pPr>
            <a:r>
              <a:rPr lang="en-GB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Postdoctoral Research Fellow (Hansen lab)</a:t>
            </a:r>
          </a:p>
          <a:p>
            <a:pPr>
              <a:lnSpc>
                <a:spcPct val="114000"/>
              </a:lnSpc>
            </a:pPr>
            <a:r>
              <a:rPr lang="en-GB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Monash Biomedicine Discovery Institute</a:t>
            </a:r>
          </a:p>
          <a:p>
            <a:pPr>
              <a:lnSpc>
                <a:spcPct val="114000"/>
              </a:lnSpc>
            </a:pPr>
            <a:endParaRPr lang="en-GB" sz="18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14000"/>
              </a:lnSpc>
            </a:pPr>
            <a:r>
              <a:rPr lang="en-GB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stephanie.studniberg@monash.edu</a:t>
            </a:r>
          </a:p>
        </p:txBody>
      </p:sp>
    </p:spTree>
    <p:extLst>
      <p:ext uri="{BB962C8B-B14F-4D97-AF65-F5344CB8AC3E}">
        <p14:creationId xmlns:p14="http://schemas.microsoft.com/office/powerpoint/2010/main" val="1795959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5C715C8-B718-9747-2EAD-3A229424DEE1}"/>
              </a:ext>
            </a:extLst>
          </p:cNvPr>
          <p:cNvSpPr txBox="1"/>
          <p:nvPr/>
        </p:nvSpPr>
        <p:spPr>
          <a:xfrm>
            <a:off x="2838698" y="2767280"/>
            <a:ext cx="681596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/>
              <a:t>Introductions!</a:t>
            </a:r>
          </a:p>
        </p:txBody>
      </p:sp>
    </p:spTree>
    <p:extLst>
      <p:ext uri="{BB962C8B-B14F-4D97-AF65-F5344CB8AC3E}">
        <p14:creationId xmlns:p14="http://schemas.microsoft.com/office/powerpoint/2010/main" val="1427722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24B77843-D61A-F64D-85D1-29EA65DFD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610" y="3566136"/>
            <a:ext cx="4472199" cy="335415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E28F15A-A5A9-C266-E1FA-DE9B3FB0B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540616" y="435767"/>
            <a:ext cx="3600448" cy="27003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56C3FF-D993-6D67-453C-F8E0D042C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407193" y="4042902"/>
            <a:ext cx="3257550" cy="24431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1D0A3F-F248-1996-4B27-7AC1CE0ED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791239" y="3841693"/>
            <a:ext cx="3463761" cy="25978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15CF37E-741D-6CAA-2714-F7708A6A89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888"/>
          <a:stretch>
            <a:fillRect/>
          </a:stretch>
        </p:blipFill>
        <p:spPr>
          <a:xfrm rot="5400000">
            <a:off x="3888366" y="247114"/>
            <a:ext cx="3600448" cy="30646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D555A86-3974-1901-7DE4-1418F11670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-21432" y="2271712"/>
            <a:ext cx="2400300" cy="18002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3EB244F-B7D6-1B16-75FB-5EBF70A24B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-314078" y="271462"/>
            <a:ext cx="2286000" cy="1714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C8294BE-5B11-F767-8418-1D35C4F04B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8466" y="3539109"/>
            <a:ext cx="2597823" cy="173267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35F559F-9C9A-10D3-D6CA-C3B5010C22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8466" y="5264483"/>
            <a:ext cx="2597822" cy="173064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5BA0D28-44AF-0FB0-AF59-F6A876FE86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94179" y="-14288"/>
            <a:ext cx="2633663" cy="175577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D64DE0F-A711-55EA-7811-3785BBF5FE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94178" y="1755775"/>
            <a:ext cx="2633663" cy="175577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9D36FFD-6806-2A86-5318-FDD02861159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5531"/>
          <a:stretch>
            <a:fillRect/>
          </a:stretch>
        </p:blipFill>
        <p:spPr>
          <a:xfrm>
            <a:off x="7042336" y="3579673"/>
            <a:ext cx="2597823" cy="164577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36A853F-1DF9-53BC-10D9-DB6B49C97EE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6944" y="3512168"/>
            <a:ext cx="3360316" cy="336031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8FD07FE-6A86-9C8D-349E-D8AD7DA3B9D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1202718" y="435768"/>
            <a:ext cx="3600448" cy="27003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EE6EBD-82F3-D77F-CCFD-A0F257681C1B}"/>
              </a:ext>
            </a:extLst>
          </p:cNvPr>
          <p:cNvSpPr txBox="1"/>
          <p:nvPr/>
        </p:nvSpPr>
        <p:spPr>
          <a:xfrm>
            <a:off x="4564611" y="-12974"/>
            <a:ext cx="3121367" cy="70788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Hi! I’m Steph</a:t>
            </a:r>
          </a:p>
        </p:txBody>
      </p:sp>
    </p:spTree>
    <p:extLst>
      <p:ext uri="{BB962C8B-B14F-4D97-AF65-F5344CB8AC3E}">
        <p14:creationId xmlns:p14="http://schemas.microsoft.com/office/powerpoint/2010/main" val="857830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9BF4-21DC-A7FF-50CB-6D589DC40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2D91B82A-C550-E778-B50E-89EE16EB8070}"/>
              </a:ext>
            </a:extLst>
          </p:cNvPr>
          <p:cNvGrpSpPr/>
          <p:nvPr/>
        </p:nvGrpSpPr>
        <p:grpSpPr>
          <a:xfrm>
            <a:off x="594335" y="1932946"/>
            <a:ext cx="11405052" cy="2804319"/>
            <a:chOff x="87927" y="114654"/>
            <a:chExt cx="8936914" cy="213827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CB5F598-D69F-D125-0027-249C3C7FF0B9}"/>
                </a:ext>
              </a:extLst>
            </p:cNvPr>
            <p:cNvGrpSpPr/>
            <p:nvPr/>
          </p:nvGrpSpPr>
          <p:grpSpPr>
            <a:xfrm>
              <a:off x="87927" y="114654"/>
              <a:ext cx="8936914" cy="2138274"/>
              <a:chOff x="87927" y="114654"/>
              <a:chExt cx="8936914" cy="2138274"/>
            </a:xfrm>
          </p:grpSpPr>
          <p:sp>
            <p:nvSpPr>
              <p:cNvPr id="37" name="TextBox 8">
                <a:extLst>
                  <a:ext uri="{FF2B5EF4-FFF2-40B4-BE49-F238E27FC236}">
                    <a16:creationId xmlns:a16="http://schemas.microsoft.com/office/drawing/2014/main" id="{98EECAB8-C75B-CE87-D2E3-40F88099CC11}"/>
                  </a:ext>
                </a:extLst>
              </p:cNvPr>
              <p:cNvSpPr txBox="1"/>
              <p:nvPr/>
            </p:nvSpPr>
            <p:spPr>
              <a:xfrm>
                <a:off x="3473631" y="114654"/>
                <a:ext cx="2642235" cy="6457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050" b="1" i="1" kern="120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Plasmodium parasites are transmitted </a:t>
                </a:r>
                <a:endParaRPr lang="en-AU" sz="110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050" b="1" kern="120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by </a:t>
                </a:r>
                <a:r>
                  <a:rPr lang="en-US" sz="1050" b="1" i="1" kern="120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Anopheles</a:t>
                </a:r>
                <a:r>
                  <a:rPr lang="en-US" sz="1050" b="1" kern="120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 mosquitoes</a:t>
                </a:r>
                <a:endParaRPr lang="en-AU" sz="110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8" name="TextBox 9">
                <a:extLst>
                  <a:ext uri="{FF2B5EF4-FFF2-40B4-BE49-F238E27FC236}">
                    <a16:creationId xmlns:a16="http://schemas.microsoft.com/office/drawing/2014/main" id="{45659AEF-FF7F-77AB-4BA6-EB867DE3E503}"/>
                  </a:ext>
                </a:extLst>
              </p:cNvPr>
              <p:cNvSpPr txBox="1"/>
              <p:nvPr/>
            </p:nvSpPr>
            <p:spPr>
              <a:xfrm>
                <a:off x="3483429" y="807518"/>
                <a:ext cx="2115185" cy="6457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050" b="1" kern="120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Dengue virus is transmitted </a:t>
                </a:r>
                <a:endParaRPr lang="en-AU" sz="110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050" b="1" kern="120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by </a:t>
                </a:r>
                <a:r>
                  <a:rPr lang="en-US" sz="1050" b="1" i="1" kern="120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Aedes</a:t>
                </a:r>
                <a:r>
                  <a:rPr lang="en-US" sz="1050" b="1" kern="120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mosquitoes</a:t>
                </a:r>
                <a:endParaRPr lang="en-AU" sz="110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  <p:pic>
            <p:nvPicPr>
              <p:cNvPr id="39" name="Picture 38" descr="A diagram of a bioinformatics process&#10;&#10;Description automatically generated">
                <a:extLst>
                  <a:ext uri="{FF2B5EF4-FFF2-40B4-BE49-F238E27FC236}">
                    <a16:creationId xmlns:a16="http://schemas.microsoft.com/office/drawing/2014/main" id="{EB6DEFE9-323B-5806-F82C-989ABFF12B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7927" y="205888"/>
                <a:ext cx="5939796" cy="2047040"/>
              </a:xfrm>
              <a:prstGeom prst="rect">
                <a:avLst/>
              </a:prstGeom>
            </p:spPr>
          </p:pic>
          <p:pic>
            <p:nvPicPr>
              <p:cNvPr id="40" name="Picture 39" descr="A close-up of a graph&#10;&#10;Description automatically generated">
                <a:extLst>
                  <a:ext uri="{FF2B5EF4-FFF2-40B4-BE49-F238E27FC236}">
                    <a16:creationId xmlns:a16="http://schemas.microsoft.com/office/drawing/2014/main" id="{B386F8C0-4635-748D-B293-6E5981F92D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06967" y="467463"/>
                <a:ext cx="1917874" cy="1530141"/>
              </a:xfrm>
              <a:prstGeom prst="rect">
                <a:avLst/>
              </a:prstGeom>
            </p:spPr>
          </p:pic>
        </p:grp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220564F-4A74-0DF1-DE56-ED756F6117B9}"/>
                </a:ext>
              </a:extLst>
            </p:cNvPr>
            <p:cNvCxnSpPr>
              <a:cxnSpLocks/>
            </p:cNvCxnSpPr>
            <p:nvPr/>
          </p:nvCxnSpPr>
          <p:spPr>
            <a:xfrm>
              <a:off x="6219682" y="1228986"/>
              <a:ext cx="750201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B5371F96-82D7-7EA9-C029-E2C01915118C}"/>
              </a:ext>
            </a:extLst>
          </p:cNvPr>
          <p:cNvSpPr txBox="1"/>
          <p:nvPr/>
        </p:nvSpPr>
        <p:spPr>
          <a:xfrm>
            <a:off x="594335" y="234472"/>
            <a:ext cx="1120560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C00000"/>
                </a:solidFill>
              </a:rPr>
              <a:t>Systems immunologist with expertise in transcriptional profiling and data integration to identify mechanisms of susceptibility and immunity to malaria and dengue</a:t>
            </a:r>
          </a:p>
        </p:txBody>
      </p:sp>
    </p:spTree>
    <p:extLst>
      <p:ext uri="{BB962C8B-B14F-4D97-AF65-F5344CB8AC3E}">
        <p14:creationId xmlns:p14="http://schemas.microsoft.com/office/powerpoint/2010/main" val="1321866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8473CBE-8E25-E412-F028-F94AEA7D1166}"/>
              </a:ext>
            </a:extLst>
          </p:cNvPr>
          <p:cNvGrpSpPr/>
          <p:nvPr/>
        </p:nvGrpSpPr>
        <p:grpSpPr>
          <a:xfrm>
            <a:off x="594335" y="1932946"/>
            <a:ext cx="11405052" cy="2804319"/>
            <a:chOff x="87927" y="114654"/>
            <a:chExt cx="8936914" cy="213827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5AA75B5-6CBC-35D2-7BFD-9DB794C551B2}"/>
                </a:ext>
              </a:extLst>
            </p:cNvPr>
            <p:cNvGrpSpPr/>
            <p:nvPr/>
          </p:nvGrpSpPr>
          <p:grpSpPr>
            <a:xfrm>
              <a:off x="87927" y="114654"/>
              <a:ext cx="8936914" cy="2138274"/>
              <a:chOff x="87927" y="114654"/>
              <a:chExt cx="8936914" cy="2138274"/>
            </a:xfrm>
          </p:grpSpPr>
          <p:sp>
            <p:nvSpPr>
              <p:cNvPr id="37" name="TextBox 8">
                <a:extLst>
                  <a:ext uri="{FF2B5EF4-FFF2-40B4-BE49-F238E27FC236}">
                    <a16:creationId xmlns:a16="http://schemas.microsoft.com/office/drawing/2014/main" id="{34EC8088-D140-B456-811E-A13C207C246E}"/>
                  </a:ext>
                </a:extLst>
              </p:cNvPr>
              <p:cNvSpPr txBox="1"/>
              <p:nvPr/>
            </p:nvSpPr>
            <p:spPr>
              <a:xfrm>
                <a:off x="3473631" y="114654"/>
                <a:ext cx="2642235" cy="6457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050" b="1" i="1" kern="120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Plasmodium parasites are transmitted </a:t>
                </a:r>
                <a:endParaRPr lang="en-AU" sz="110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050" b="1" kern="120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by </a:t>
                </a:r>
                <a:r>
                  <a:rPr lang="en-US" sz="1050" b="1" i="1" kern="120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Anopheles</a:t>
                </a:r>
                <a:r>
                  <a:rPr lang="en-US" sz="1050" b="1" kern="120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Calibri" panose="020F0502020204030204" pitchFamily="34" charset="0"/>
                  </a:rPr>
                  <a:t> mosquitoes</a:t>
                </a:r>
                <a:endParaRPr lang="en-AU" sz="110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8" name="TextBox 9">
                <a:extLst>
                  <a:ext uri="{FF2B5EF4-FFF2-40B4-BE49-F238E27FC236}">
                    <a16:creationId xmlns:a16="http://schemas.microsoft.com/office/drawing/2014/main" id="{062F25BC-C086-4908-98DB-0C20D238E5A9}"/>
                  </a:ext>
                </a:extLst>
              </p:cNvPr>
              <p:cNvSpPr txBox="1"/>
              <p:nvPr/>
            </p:nvSpPr>
            <p:spPr>
              <a:xfrm>
                <a:off x="3483429" y="807518"/>
                <a:ext cx="2115185" cy="6457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050" b="1" kern="120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Dengue virus is transmitted </a:t>
                </a:r>
                <a:endParaRPr lang="en-AU" sz="110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050" b="1" kern="120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by </a:t>
                </a:r>
                <a:r>
                  <a:rPr lang="en-US" sz="1050" b="1" i="1" kern="120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Aedes</a:t>
                </a:r>
                <a:r>
                  <a:rPr lang="en-US" sz="1050" b="1" kern="120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mosquitoes</a:t>
                </a:r>
                <a:endParaRPr lang="en-AU" sz="110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  <p:pic>
            <p:nvPicPr>
              <p:cNvPr id="39" name="Picture 38" descr="A diagram of a bioinformatics process&#10;&#10;Description automatically generated">
                <a:extLst>
                  <a:ext uri="{FF2B5EF4-FFF2-40B4-BE49-F238E27FC236}">
                    <a16:creationId xmlns:a16="http://schemas.microsoft.com/office/drawing/2014/main" id="{1AE1C317-50A2-485C-348C-0A998D90C7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7927" y="205888"/>
                <a:ext cx="5939796" cy="2047040"/>
              </a:xfrm>
              <a:prstGeom prst="rect">
                <a:avLst/>
              </a:prstGeom>
            </p:spPr>
          </p:pic>
          <p:pic>
            <p:nvPicPr>
              <p:cNvPr id="40" name="Picture 39" descr="A close-up of a graph&#10;&#10;Description automatically generated">
                <a:extLst>
                  <a:ext uri="{FF2B5EF4-FFF2-40B4-BE49-F238E27FC236}">
                    <a16:creationId xmlns:a16="http://schemas.microsoft.com/office/drawing/2014/main" id="{F3B823C6-E583-8A4B-2D98-667529349F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06967" y="467463"/>
                <a:ext cx="1917874" cy="1530141"/>
              </a:xfrm>
              <a:prstGeom prst="rect">
                <a:avLst/>
              </a:prstGeom>
            </p:spPr>
          </p:pic>
        </p:grp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A70F2F6-88F3-CFD3-6DF0-646CC4892F1B}"/>
                </a:ext>
              </a:extLst>
            </p:cNvPr>
            <p:cNvCxnSpPr>
              <a:cxnSpLocks/>
            </p:cNvCxnSpPr>
            <p:nvPr/>
          </p:nvCxnSpPr>
          <p:spPr>
            <a:xfrm>
              <a:off x="6219682" y="1228986"/>
              <a:ext cx="750201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684C51D-9BC2-3BBC-8F16-85E80807BED6}"/>
              </a:ext>
            </a:extLst>
          </p:cNvPr>
          <p:cNvSpPr txBox="1"/>
          <p:nvPr/>
        </p:nvSpPr>
        <p:spPr>
          <a:xfrm>
            <a:off x="594335" y="234472"/>
            <a:ext cx="1120560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C00000"/>
                </a:solidFill>
              </a:rPr>
              <a:t>Systems immunologist with expertise in transcriptional profiling and data integration to identify mechanisms of susceptibility and immunity to malaria and dengue</a:t>
            </a:r>
          </a:p>
        </p:txBody>
      </p:sp>
    </p:spTree>
    <p:extLst>
      <p:ext uri="{BB962C8B-B14F-4D97-AF65-F5344CB8AC3E}">
        <p14:creationId xmlns:p14="http://schemas.microsoft.com/office/powerpoint/2010/main" val="3660130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B98D1-0408-00A2-68B3-77CAC42B8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5963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8ABC2-A219-AE0F-3EB4-445011A35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D59AC71-3AD0-9AAC-1928-B680B85A2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088" y="5853387"/>
            <a:ext cx="3018912" cy="10046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74191E-0C30-7A4B-B3C4-5848B2FA14D9}"/>
              </a:ext>
            </a:extLst>
          </p:cNvPr>
          <p:cNvSpPr txBox="1"/>
          <p:nvPr/>
        </p:nvSpPr>
        <p:spPr>
          <a:xfrm>
            <a:off x="0" y="230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Workshop scope and learning outcomes</a:t>
            </a:r>
          </a:p>
        </p:txBody>
      </p:sp>
    </p:spTree>
    <p:extLst>
      <p:ext uri="{BB962C8B-B14F-4D97-AF65-F5344CB8AC3E}">
        <p14:creationId xmlns:p14="http://schemas.microsoft.com/office/powerpoint/2010/main" val="1058023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56DDF-077E-AED3-8799-542B16BAA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13BF9F8-ED23-40A3-7ECD-BA2B1BB37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088" y="5853387"/>
            <a:ext cx="3018912" cy="10046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EAC7CC-C3C4-F474-7FC3-D3F2DCC76598}"/>
              </a:ext>
            </a:extLst>
          </p:cNvPr>
          <p:cNvSpPr txBox="1"/>
          <p:nvPr/>
        </p:nvSpPr>
        <p:spPr>
          <a:xfrm>
            <a:off x="0" y="230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Workshop schedule</a:t>
            </a:r>
          </a:p>
        </p:txBody>
      </p:sp>
    </p:spTree>
    <p:extLst>
      <p:ext uri="{BB962C8B-B14F-4D97-AF65-F5344CB8AC3E}">
        <p14:creationId xmlns:p14="http://schemas.microsoft.com/office/powerpoint/2010/main" val="1564673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11567</TotalTime>
  <Words>113</Words>
  <Application>Microsoft Macintosh PowerPoint</Application>
  <PresentationFormat>Widescreen</PresentationFormat>
  <Paragraphs>25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Arial Narrow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 Studniberg</dc:creator>
  <cp:lastModifiedBy>Stephanie Studniberg</cp:lastModifiedBy>
  <cp:revision>2</cp:revision>
  <dcterms:created xsi:type="dcterms:W3CDTF">2026-10-21T05:03:15Z</dcterms:created>
  <dcterms:modified xsi:type="dcterms:W3CDTF">2026-10-29T05:50:24Z</dcterms:modified>
</cp:coreProperties>
</file>